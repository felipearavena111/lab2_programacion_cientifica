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304" r:id="rId5"/>
    <p:sldId id="364" r:id="rId6"/>
    <p:sldId id="382" r:id="rId7"/>
    <p:sldId id="366" r:id="rId8"/>
    <p:sldId id="367" r:id="rId9"/>
    <p:sldId id="368" r:id="rId10"/>
    <p:sldId id="383" r:id="rId11"/>
    <p:sldId id="370" r:id="rId12"/>
    <p:sldId id="381" r:id="rId13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723AD"/>
    <a:srgbClr val="544ADA"/>
    <a:srgbClr val="5D5DC7"/>
    <a:srgbClr val="48BAC0"/>
    <a:srgbClr val="6681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B972FB9-2C60-F943-C585-2291450BBCB0}" v="7" dt="2025-11-17T23:59:48.502"/>
    <p1510:client id="{94266DE3-F30E-FED2-1358-8ACC61C24254}" v="10" dt="2025-11-18T13:10:22.131"/>
    <p1510:client id="{9D758D72-59AD-F9A3-DE46-E7E532073637}" v="70" dt="2025-11-17T18:32:20.788"/>
    <p1510:client id="{CA4EE894-B806-F2BD-A38D-279449C0ED9B}" v="1" dt="2025-11-17T18:40:53.163"/>
  </p1510:revLst>
</p1510:revInfo>
</file>

<file path=ppt/tableStyles.xml><?xml version="1.0" encoding="utf-8"?>
<a:tblStyleLst xmlns:a="http://schemas.openxmlformats.org/drawingml/2006/main" def="{5C22544A-7EE6-4342-B048-85BDC9FD1C3A}"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Estilo medio 2 - Énfasis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82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8131721A-D2BB-489D-9074-9327A7C3046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60BCD06-4619-450B-81DF-8F5514ABC9F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3ADF82-4721-47A9-9410-C881BF3034CA}" type="datetimeFigureOut">
              <a:rPr lang="es-CL" smtClean="0"/>
              <a:t>30-06-2026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2029781-F830-42A0-809E-E5D064CF511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43AC39A-56BA-4B27-84A6-D9A77CAC6D0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F1A627-9C3E-4D35-8D1D-8397768C48C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8221034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854766-EF43-004B-A238-426D699FDEA0}" type="datetimeFigureOut">
              <a:rPr lang="es-CL" smtClean="0"/>
              <a:t>30-06-2026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B084E2-CF37-7840-81F9-E038039655A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425272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Portada - SEDE - Providenc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n 19" descr="Un grupo de personas caminando hacia un edificio&#10;&#10;Descripción generada automáticamente">
            <a:extLst>
              <a:ext uri="{FF2B5EF4-FFF2-40B4-BE49-F238E27FC236}">
                <a16:creationId xmlns:a16="http://schemas.microsoft.com/office/drawing/2014/main" id="{39E6B551-6C38-4138-B913-73921FB935A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95" t="17956" r="4698" b="14361"/>
          <a:stretch/>
        </p:blipFill>
        <p:spPr>
          <a:xfrm>
            <a:off x="0" y="0"/>
            <a:ext cx="12185926" cy="6469495"/>
          </a:xfrm>
          <a:prstGeom prst="rect">
            <a:avLst/>
          </a:prstGeom>
        </p:spPr>
      </p:pic>
      <p:sp>
        <p:nvSpPr>
          <p:cNvPr id="10" name="Rectángulo 9">
            <a:extLst>
              <a:ext uri="{FF2B5EF4-FFF2-40B4-BE49-F238E27FC236}">
                <a16:creationId xmlns:a16="http://schemas.microsoft.com/office/drawing/2014/main" id="{FD5F9D9F-C1A9-41F7-8D07-45DC9C0E1A07}"/>
              </a:ext>
            </a:extLst>
          </p:cNvPr>
          <p:cNvSpPr/>
          <p:nvPr userDrawn="1"/>
        </p:nvSpPr>
        <p:spPr>
          <a:xfrm>
            <a:off x="1364776" y="2871613"/>
            <a:ext cx="10827225" cy="2568261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53000">
                <a:schemeClr val="bg1">
                  <a:alpha val="88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881191DD-2576-44E9-A768-459ADFFE7271}"/>
              </a:ext>
            </a:extLst>
          </p:cNvPr>
          <p:cNvSpPr/>
          <p:nvPr userDrawn="1"/>
        </p:nvSpPr>
        <p:spPr>
          <a:xfrm>
            <a:off x="11978185" y="2871613"/>
            <a:ext cx="213815" cy="256826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DE525E1-FC8A-455B-AAD2-16DF14AD08EC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324686" y="4022742"/>
            <a:ext cx="5218273" cy="72704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 Narrow" panose="020B060602020203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/>
              <a:t>Agregue subtítulo aquí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1E71700-68DF-4082-8731-EF1962FBB0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18008" y="3372631"/>
            <a:ext cx="8724951" cy="72704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Arial Narrow" panose="020B0606020202030204" pitchFamily="34" charset="0"/>
                <a:ea typeface="+mj-ea"/>
                <a:cs typeface="+mj-cs"/>
              </a:defRPr>
            </a:lvl1pPr>
          </a:lstStyle>
          <a:p>
            <a:r>
              <a:rPr lang="es-ES"/>
              <a:t>Escriba el título de presentación</a:t>
            </a:r>
            <a:endParaRPr lang="es-CL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C95C5D82-A808-4F7D-897C-AC17D5C010D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0716" y="388505"/>
            <a:ext cx="1917469" cy="1142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46977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Portada - SEDE - El Llan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Imagen que contiene edificio, cielo, exterior, árbol&#10;&#10;Descripción generada automáticamente">
            <a:extLst>
              <a:ext uri="{FF2B5EF4-FFF2-40B4-BE49-F238E27FC236}">
                <a16:creationId xmlns:a16="http://schemas.microsoft.com/office/drawing/2014/main" id="{1344D8D5-4A2A-4A59-8E7A-09EE75C7DB4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455392"/>
          </a:xfrm>
          <a:prstGeom prst="rect">
            <a:avLst/>
          </a:prstGeom>
        </p:spPr>
      </p:pic>
      <p:sp>
        <p:nvSpPr>
          <p:cNvPr id="10" name="Rectángulo 9">
            <a:extLst>
              <a:ext uri="{FF2B5EF4-FFF2-40B4-BE49-F238E27FC236}">
                <a16:creationId xmlns:a16="http://schemas.microsoft.com/office/drawing/2014/main" id="{FD5F9D9F-C1A9-41F7-8D07-45DC9C0E1A07}"/>
              </a:ext>
            </a:extLst>
          </p:cNvPr>
          <p:cNvSpPr/>
          <p:nvPr userDrawn="1"/>
        </p:nvSpPr>
        <p:spPr>
          <a:xfrm>
            <a:off x="1364776" y="2871613"/>
            <a:ext cx="10827225" cy="2568261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53000">
                <a:schemeClr val="bg1">
                  <a:alpha val="88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881191DD-2576-44E9-A768-459ADFFE7271}"/>
              </a:ext>
            </a:extLst>
          </p:cNvPr>
          <p:cNvSpPr/>
          <p:nvPr userDrawn="1"/>
        </p:nvSpPr>
        <p:spPr>
          <a:xfrm>
            <a:off x="11978185" y="2871613"/>
            <a:ext cx="213815" cy="256826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DE525E1-FC8A-455B-AAD2-16DF14AD08EC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324686" y="4022742"/>
            <a:ext cx="5218273" cy="72704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 Narrow" panose="020B060602020203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/>
              <a:t>Agregue subtítulo aquí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1E71700-68DF-4082-8731-EF1962FBB0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18008" y="3372631"/>
            <a:ext cx="8724951" cy="72704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Arial Narrow" panose="020B0606020202030204" pitchFamily="34" charset="0"/>
                <a:ea typeface="+mj-ea"/>
                <a:cs typeface="+mj-cs"/>
              </a:defRPr>
            </a:lvl1pPr>
          </a:lstStyle>
          <a:p>
            <a:r>
              <a:rPr lang="es-ES"/>
              <a:t>Escriba el título de presentación</a:t>
            </a:r>
            <a:endParaRPr lang="es-CL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141F1540-D05B-48DF-AA4B-0E918D4801F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0716" y="388505"/>
            <a:ext cx="1917469" cy="1142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44547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Portada - SEDE - C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Imagen que contiene árbol, cielo, exterior, edificio&#10;&#10;Descripción generada automáticamente">
            <a:extLst>
              <a:ext uri="{FF2B5EF4-FFF2-40B4-BE49-F238E27FC236}">
                <a16:creationId xmlns:a16="http://schemas.microsoft.com/office/drawing/2014/main" id="{D20F7CEF-4D6C-433B-8971-43EB0B9CFA7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441744"/>
          </a:xfrm>
          <a:prstGeom prst="rect">
            <a:avLst/>
          </a:prstGeom>
        </p:spPr>
      </p:pic>
      <p:sp>
        <p:nvSpPr>
          <p:cNvPr id="10" name="Rectángulo 9">
            <a:extLst>
              <a:ext uri="{FF2B5EF4-FFF2-40B4-BE49-F238E27FC236}">
                <a16:creationId xmlns:a16="http://schemas.microsoft.com/office/drawing/2014/main" id="{FD5F9D9F-C1A9-41F7-8D07-45DC9C0E1A07}"/>
              </a:ext>
            </a:extLst>
          </p:cNvPr>
          <p:cNvSpPr/>
          <p:nvPr userDrawn="1"/>
        </p:nvSpPr>
        <p:spPr>
          <a:xfrm>
            <a:off x="1364776" y="2871613"/>
            <a:ext cx="10827225" cy="2568261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53000">
                <a:schemeClr val="bg1">
                  <a:alpha val="88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881191DD-2576-44E9-A768-459ADFFE7271}"/>
              </a:ext>
            </a:extLst>
          </p:cNvPr>
          <p:cNvSpPr/>
          <p:nvPr userDrawn="1"/>
        </p:nvSpPr>
        <p:spPr>
          <a:xfrm>
            <a:off x="11978185" y="2871613"/>
            <a:ext cx="213815" cy="256826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DE525E1-FC8A-455B-AAD2-16DF14AD08EC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324686" y="4022742"/>
            <a:ext cx="5218273" cy="72704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 Narrow" panose="020B060602020203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/>
              <a:t>Agregue subtítulo aquí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1E71700-68DF-4082-8731-EF1962FBB0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18008" y="3372631"/>
            <a:ext cx="8724951" cy="72704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Arial Narrow" panose="020B0606020202030204" pitchFamily="34" charset="0"/>
                <a:ea typeface="+mj-ea"/>
                <a:cs typeface="+mj-cs"/>
              </a:defRPr>
            </a:lvl1pPr>
          </a:lstStyle>
          <a:p>
            <a:r>
              <a:rPr lang="es-ES"/>
              <a:t>Escriba el título de presentación</a:t>
            </a:r>
            <a:endParaRPr lang="es-CL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B0F8252E-6112-4B64-9D1C-01FAAE53BEA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0716" y="388505"/>
            <a:ext cx="1917469" cy="1142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50984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Portada - Académ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n 11" descr="Imagen que contiene persona, multitud, personas, edificio&#10;&#10;Descripción generada automáticamente">
            <a:extLst>
              <a:ext uri="{FF2B5EF4-FFF2-40B4-BE49-F238E27FC236}">
                <a16:creationId xmlns:a16="http://schemas.microsoft.com/office/drawing/2014/main" id="{36A50948-7772-448C-A42C-E0D9524ECE6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"/>
            <a:ext cx="12192000" cy="6462215"/>
          </a:xfrm>
          <a:prstGeom prst="rect">
            <a:avLst/>
          </a:prstGeom>
        </p:spPr>
      </p:pic>
      <p:sp>
        <p:nvSpPr>
          <p:cNvPr id="10" name="Rectángulo 9">
            <a:extLst>
              <a:ext uri="{FF2B5EF4-FFF2-40B4-BE49-F238E27FC236}">
                <a16:creationId xmlns:a16="http://schemas.microsoft.com/office/drawing/2014/main" id="{FD5F9D9F-C1A9-41F7-8D07-45DC9C0E1A07}"/>
              </a:ext>
            </a:extLst>
          </p:cNvPr>
          <p:cNvSpPr/>
          <p:nvPr userDrawn="1"/>
        </p:nvSpPr>
        <p:spPr>
          <a:xfrm>
            <a:off x="1364776" y="2871613"/>
            <a:ext cx="10827225" cy="2568261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53000">
                <a:schemeClr val="bg1">
                  <a:alpha val="88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881191DD-2576-44E9-A768-459ADFFE7271}"/>
              </a:ext>
            </a:extLst>
          </p:cNvPr>
          <p:cNvSpPr/>
          <p:nvPr userDrawn="1"/>
        </p:nvSpPr>
        <p:spPr>
          <a:xfrm>
            <a:off x="11978185" y="2871613"/>
            <a:ext cx="213815" cy="256826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DE525E1-FC8A-455B-AAD2-16DF14AD08EC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324686" y="4022742"/>
            <a:ext cx="5218273" cy="72704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 Narrow" panose="020B060602020203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/>
              <a:t>Agregue subtítulo aquí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1E71700-68DF-4082-8731-EF1962FBB0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18008" y="3372631"/>
            <a:ext cx="8724951" cy="72704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Arial Narrow" panose="020B0606020202030204" pitchFamily="34" charset="0"/>
                <a:ea typeface="+mj-ea"/>
                <a:cs typeface="+mj-cs"/>
              </a:defRPr>
            </a:lvl1pPr>
          </a:lstStyle>
          <a:p>
            <a:r>
              <a:rPr lang="es-ES"/>
              <a:t>Escriba el título de presentación</a:t>
            </a:r>
            <a:endParaRPr lang="es-CL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B29500D4-BDF4-4B6C-BC0F-23CA72F6FDC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0716" y="388505"/>
            <a:ext cx="1917469" cy="1142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99796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Portada - Académicos_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Imagen que contiene persona, interior, sentado, mesa&#10;&#10;Descripción generada automáticamente">
            <a:extLst>
              <a:ext uri="{FF2B5EF4-FFF2-40B4-BE49-F238E27FC236}">
                <a16:creationId xmlns:a16="http://schemas.microsoft.com/office/drawing/2014/main" id="{E779E767-6729-4044-B6D0-B98C9FF2161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455392"/>
          </a:xfrm>
          <a:prstGeom prst="rect">
            <a:avLst/>
          </a:prstGeom>
        </p:spPr>
      </p:pic>
      <p:sp>
        <p:nvSpPr>
          <p:cNvPr id="10" name="Rectángulo 9">
            <a:extLst>
              <a:ext uri="{FF2B5EF4-FFF2-40B4-BE49-F238E27FC236}">
                <a16:creationId xmlns:a16="http://schemas.microsoft.com/office/drawing/2014/main" id="{FD5F9D9F-C1A9-41F7-8D07-45DC9C0E1A07}"/>
              </a:ext>
            </a:extLst>
          </p:cNvPr>
          <p:cNvSpPr/>
          <p:nvPr userDrawn="1"/>
        </p:nvSpPr>
        <p:spPr>
          <a:xfrm>
            <a:off x="1364776" y="2871613"/>
            <a:ext cx="10827225" cy="2568261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53000">
                <a:schemeClr val="bg1">
                  <a:alpha val="88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881191DD-2576-44E9-A768-459ADFFE7271}"/>
              </a:ext>
            </a:extLst>
          </p:cNvPr>
          <p:cNvSpPr/>
          <p:nvPr userDrawn="1"/>
        </p:nvSpPr>
        <p:spPr>
          <a:xfrm>
            <a:off x="11978185" y="2871613"/>
            <a:ext cx="213815" cy="256826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DE525E1-FC8A-455B-AAD2-16DF14AD08EC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324686" y="4022742"/>
            <a:ext cx="5218273" cy="72704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 Narrow" panose="020B060602020203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/>
              <a:t>Agregue subtítulo aquí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1E71700-68DF-4082-8731-EF1962FBB0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18008" y="3372631"/>
            <a:ext cx="8724951" cy="72704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Arial Narrow" panose="020B0606020202030204" pitchFamily="34" charset="0"/>
                <a:ea typeface="+mj-ea"/>
                <a:cs typeface="+mj-cs"/>
              </a:defRPr>
            </a:lvl1pPr>
          </a:lstStyle>
          <a:p>
            <a:r>
              <a:rPr lang="es-ES"/>
              <a:t>Escriba el título de presentación</a:t>
            </a:r>
            <a:endParaRPr lang="es-CL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32A693ED-236E-4F36-966E-23A15D2ADD0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0716" y="388505"/>
            <a:ext cx="1917469" cy="1142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13930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Portada - Académicos_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AF6C2164-3921-41FE-B74C-78D0D27AB2B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0" y="0"/>
            <a:ext cx="12192000" cy="6455391"/>
          </a:xfrm>
          <a:prstGeom prst="rect">
            <a:avLst/>
          </a:prstGeom>
        </p:spPr>
      </p:pic>
      <p:sp>
        <p:nvSpPr>
          <p:cNvPr id="10" name="Rectángulo 9">
            <a:extLst>
              <a:ext uri="{FF2B5EF4-FFF2-40B4-BE49-F238E27FC236}">
                <a16:creationId xmlns:a16="http://schemas.microsoft.com/office/drawing/2014/main" id="{FD5F9D9F-C1A9-41F7-8D07-45DC9C0E1A07}"/>
              </a:ext>
            </a:extLst>
          </p:cNvPr>
          <p:cNvSpPr/>
          <p:nvPr userDrawn="1"/>
        </p:nvSpPr>
        <p:spPr>
          <a:xfrm>
            <a:off x="1364776" y="2871613"/>
            <a:ext cx="10827225" cy="2568261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53000">
                <a:schemeClr val="bg1">
                  <a:alpha val="88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881191DD-2576-44E9-A768-459ADFFE7271}"/>
              </a:ext>
            </a:extLst>
          </p:cNvPr>
          <p:cNvSpPr/>
          <p:nvPr userDrawn="1"/>
        </p:nvSpPr>
        <p:spPr>
          <a:xfrm>
            <a:off x="11978185" y="2871613"/>
            <a:ext cx="213815" cy="256826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DE525E1-FC8A-455B-AAD2-16DF14AD08EC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324686" y="4022742"/>
            <a:ext cx="5218273" cy="72704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 Narrow" panose="020B060602020203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/>
              <a:t>Agregue subtítulo aquí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1E71700-68DF-4082-8731-EF1962FBB0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18008" y="3372631"/>
            <a:ext cx="8724951" cy="72704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Arial Narrow" panose="020B0606020202030204" pitchFamily="34" charset="0"/>
                <a:ea typeface="+mj-ea"/>
                <a:cs typeface="+mj-cs"/>
              </a:defRPr>
            </a:lvl1pPr>
          </a:lstStyle>
          <a:p>
            <a:r>
              <a:rPr lang="es-ES"/>
              <a:t>Escriba el título de presentación</a:t>
            </a:r>
            <a:endParaRPr lang="es-CL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76AC0AFA-B25D-4B9F-B99C-446C7A8E86A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0716" y="388505"/>
            <a:ext cx="1917469" cy="1142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82315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Portada - DAE - Admis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Imagen que contiene árbol, exterior, persona, hierba&#10;&#10;Descripción generada automáticamente">
            <a:extLst>
              <a:ext uri="{FF2B5EF4-FFF2-40B4-BE49-F238E27FC236}">
                <a16:creationId xmlns:a16="http://schemas.microsoft.com/office/drawing/2014/main" id="{403CEDC1-C9BF-42B1-A2DE-C2278D22A1F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6077" y="-1"/>
            <a:ext cx="12198077" cy="6462215"/>
          </a:xfrm>
          <a:prstGeom prst="rect">
            <a:avLst/>
          </a:prstGeom>
        </p:spPr>
      </p:pic>
      <p:sp>
        <p:nvSpPr>
          <p:cNvPr id="10" name="Rectángulo 9">
            <a:extLst>
              <a:ext uri="{FF2B5EF4-FFF2-40B4-BE49-F238E27FC236}">
                <a16:creationId xmlns:a16="http://schemas.microsoft.com/office/drawing/2014/main" id="{FD5F9D9F-C1A9-41F7-8D07-45DC9C0E1A07}"/>
              </a:ext>
            </a:extLst>
          </p:cNvPr>
          <p:cNvSpPr/>
          <p:nvPr userDrawn="1"/>
        </p:nvSpPr>
        <p:spPr>
          <a:xfrm>
            <a:off x="1364776" y="2871613"/>
            <a:ext cx="10827225" cy="2568261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53000">
                <a:schemeClr val="bg1">
                  <a:alpha val="88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881191DD-2576-44E9-A768-459ADFFE7271}"/>
              </a:ext>
            </a:extLst>
          </p:cNvPr>
          <p:cNvSpPr/>
          <p:nvPr userDrawn="1"/>
        </p:nvSpPr>
        <p:spPr>
          <a:xfrm>
            <a:off x="11978185" y="2871613"/>
            <a:ext cx="213815" cy="256826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DE525E1-FC8A-455B-AAD2-16DF14AD08EC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324686" y="4022742"/>
            <a:ext cx="5218273" cy="72704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 Narrow" panose="020B060602020203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/>
              <a:t>Agregue subtítulo aquí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1E71700-68DF-4082-8731-EF1962FBB0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18008" y="3372631"/>
            <a:ext cx="8724951" cy="72704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Arial Narrow" panose="020B0606020202030204" pitchFamily="34" charset="0"/>
                <a:ea typeface="+mj-ea"/>
                <a:cs typeface="+mj-cs"/>
              </a:defRPr>
            </a:lvl1pPr>
          </a:lstStyle>
          <a:p>
            <a:r>
              <a:rPr lang="es-ES"/>
              <a:t>Escriba el título de presentación</a:t>
            </a:r>
            <a:endParaRPr lang="es-CL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EFE4805E-D771-453D-A1B9-A04EA72EEBC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0716" y="388505"/>
            <a:ext cx="1917469" cy="1142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09230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Portada - DAE - Admisión_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 descr="Imagen que contiene persona, mujer, exterior, sentado&#10;&#10;Descripción generada automáticamente">
            <a:extLst>
              <a:ext uri="{FF2B5EF4-FFF2-40B4-BE49-F238E27FC236}">
                <a16:creationId xmlns:a16="http://schemas.microsoft.com/office/drawing/2014/main" id="{9D4166C9-0C62-4BB1-B120-3217807B568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3648" y="-1"/>
            <a:ext cx="12205263" cy="6455391"/>
          </a:xfrm>
          <a:prstGeom prst="rect">
            <a:avLst/>
          </a:prstGeom>
        </p:spPr>
      </p:pic>
      <p:sp>
        <p:nvSpPr>
          <p:cNvPr id="10" name="Rectángulo 9">
            <a:extLst>
              <a:ext uri="{FF2B5EF4-FFF2-40B4-BE49-F238E27FC236}">
                <a16:creationId xmlns:a16="http://schemas.microsoft.com/office/drawing/2014/main" id="{FD5F9D9F-C1A9-41F7-8D07-45DC9C0E1A07}"/>
              </a:ext>
            </a:extLst>
          </p:cNvPr>
          <p:cNvSpPr/>
          <p:nvPr userDrawn="1"/>
        </p:nvSpPr>
        <p:spPr>
          <a:xfrm>
            <a:off x="1364776" y="2871613"/>
            <a:ext cx="10827225" cy="2568261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53000">
                <a:schemeClr val="bg1">
                  <a:alpha val="88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881191DD-2576-44E9-A768-459ADFFE7271}"/>
              </a:ext>
            </a:extLst>
          </p:cNvPr>
          <p:cNvSpPr/>
          <p:nvPr userDrawn="1"/>
        </p:nvSpPr>
        <p:spPr>
          <a:xfrm>
            <a:off x="11978185" y="2871613"/>
            <a:ext cx="213815" cy="256826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DE525E1-FC8A-455B-AAD2-16DF14AD08EC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324686" y="4022742"/>
            <a:ext cx="5218273" cy="72704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 Narrow" panose="020B060602020203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/>
              <a:t>Agregue subtítulo aquí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1E71700-68DF-4082-8731-EF1962FBB0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18008" y="3372631"/>
            <a:ext cx="8724951" cy="72704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Arial Narrow" panose="020B0606020202030204" pitchFamily="34" charset="0"/>
                <a:ea typeface="+mj-ea"/>
                <a:cs typeface="+mj-cs"/>
              </a:defRPr>
            </a:lvl1pPr>
          </a:lstStyle>
          <a:p>
            <a:r>
              <a:rPr lang="es-ES"/>
              <a:t>Escriba el título de presentación</a:t>
            </a:r>
            <a:endParaRPr lang="es-CL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9EB2360C-A67C-43C2-80B9-B321EC96022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0716" y="388505"/>
            <a:ext cx="1917469" cy="1142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597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Portada - DAE - Admisión_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 descr="Imagen que contiene exterior, edificio, hierba, suelo&#10;&#10;Descripción generada automáticamente">
            <a:extLst>
              <a:ext uri="{FF2B5EF4-FFF2-40B4-BE49-F238E27FC236}">
                <a16:creationId xmlns:a16="http://schemas.microsoft.com/office/drawing/2014/main" id="{DF382140-882D-469E-835E-945987FC3F2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0"/>
            <a:ext cx="12192001" cy="6455393"/>
          </a:xfrm>
          <a:prstGeom prst="rect">
            <a:avLst/>
          </a:prstGeom>
        </p:spPr>
      </p:pic>
      <p:sp>
        <p:nvSpPr>
          <p:cNvPr id="10" name="Rectángulo 9">
            <a:extLst>
              <a:ext uri="{FF2B5EF4-FFF2-40B4-BE49-F238E27FC236}">
                <a16:creationId xmlns:a16="http://schemas.microsoft.com/office/drawing/2014/main" id="{FD5F9D9F-C1A9-41F7-8D07-45DC9C0E1A07}"/>
              </a:ext>
            </a:extLst>
          </p:cNvPr>
          <p:cNvSpPr/>
          <p:nvPr userDrawn="1"/>
        </p:nvSpPr>
        <p:spPr>
          <a:xfrm>
            <a:off x="1364776" y="2871613"/>
            <a:ext cx="10827225" cy="2568261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53000">
                <a:schemeClr val="bg1">
                  <a:alpha val="88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881191DD-2576-44E9-A768-459ADFFE7271}"/>
              </a:ext>
            </a:extLst>
          </p:cNvPr>
          <p:cNvSpPr/>
          <p:nvPr userDrawn="1"/>
        </p:nvSpPr>
        <p:spPr>
          <a:xfrm>
            <a:off x="11978185" y="2871613"/>
            <a:ext cx="213815" cy="256826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DE525E1-FC8A-455B-AAD2-16DF14AD08EC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324686" y="4022742"/>
            <a:ext cx="5218273" cy="72704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 Narrow" panose="020B060602020203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/>
              <a:t>Agregue subtítulo aquí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1E71700-68DF-4082-8731-EF1962FBB0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18008" y="3372631"/>
            <a:ext cx="8724951" cy="72704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Arial Narrow" panose="020B0606020202030204" pitchFamily="34" charset="0"/>
                <a:ea typeface="+mj-ea"/>
                <a:cs typeface="+mj-cs"/>
              </a:defRPr>
            </a:lvl1pPr>
          </a:lstStyle>
          <a:p>
            <a:r>
              <a:rPr lang="es-ES"/>
              <a:t>Escriba el título de presentación</a:t>
            </a:r>
            <a:endParaRPr lang="es-CL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8116CF9C-FFF5-4C96-AA7D-DE216E058AA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0716" y="388505"/>
            <a:ext cx="1917469" cy="1142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59688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Portada - RS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Imagen que contiene árbol, persona, exterior, cielo&#10;&#10;Descripción generada automáticamente">
            <a:extLst>
              <a:ext uri="{FF2B5EF4-FFF2-40B4-BE49-F238E27FC236}">
                <a16:creationId xmlns:a16="http://schemas.microsoft.com/office/drawing/2014/main" id="{734802A1-4C21-43D5-AF54-58E9B3F4024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6200000" flipH="1">
            <a:off x="2875129" y="-2875128"/>
            <a:ext cx="6441742" cy="12192000"/>
          </a:xfrm>
          <a:prstGeom prst="rect">
            <a:avLst/>
          </a:prstGeom>
        </p:spPr>
      </p:pic>
      <p:sp>
        <p:nvSpPr>
          <p:cNvPr id="10" name="Rectángulo 9">
            <a:extLst>
              <a:ext uri="{FF2B5EF4-FFF2-40B4-BE49-F238E27FC236}">
                <a16:creationId xmlns:a16="http://schemas.microsoft.com/office/drawing/2014/main" id="{FD5F9D9F-C1A9-41F7-8D07-45DC9C0E1A07}"/>
              </a:ext>
            </a:extLst>
          </p:cNvPr>
          <p:cNvSpPr/>
          <p:nvPr userDrawn="1"/>
        </p:nvSpPr>
        <p:spPr>
          <a:xfrm>
            <a:off x="1364776" y="2871613"/>
            <a:ext cx="10827225" cy="2568261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53000">
                <a:schemeClr val="bg1">
                  <a:alpha val="88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881191DD-2576-44E9-A768-459ADFFE7271}"/>
              </a:ext>
            </a:extLst>
          </p:cNvPr>
          <p:cNvSpPr/>
          <p:nvPr userDrawn="1"/>
        </p:nvSpPr>
        <p:spPr>
          <a:xfrm>
            <a:off x="11978185" y="2871613"/>
            <a:ext cx="213815" cy="256826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DE525E1-FC8A-455B-AAD2-16DF14AD08EC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324686" y="4022742"/>
            <a:ext cx="5218273" cy="72704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 Narrow" panose="020B060602020203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/>
              <a:t>Agregue subtítulo aquí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1E71700-68DF-4082-8731-EF1962FBB0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18008" y="3372631"/>
            <a:ext cx="8724951" cy="72704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Arial Narrow" panose="020B0606020202030204" pitchFamily="34" charset="0"/>
                <a:ea typeface="+mj-ea"/>
                <a:cs typeface="+mj-cs"/>
              </a:defRPr>
            </a:lvl1pPr>
          </a:lstStyle>
          <a:p>
            <a:r>
              <a:rPr lang="es-ES"/>
              <a:t>Escriba el título de presentación</a:t>
            </a:r>
            <a:endParaRPr lang="es-CL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9745ABFE-2C81-4CEC-BF43-F628699AE6B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0716" y="388505"/>
            <a:ext cx="1917469" cy="1142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96841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Portada - RSU_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 descr="Imagen que contiene árbol, exterior&#10;&#10;Descripción generada automáticamente">
            <a:extLst>
              <a:ext uri="{FF2B5EF4-FFF2-40B4-BE49-F238E27FC236}">
                <a16:creationId xmlns:a16="http://schemas.microsoft.com/office/drawing/2014/main" id="{ADB563A9-ADAA-469B-ADAF-96764DD03EF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-1" y="0"/>
            <a:ext cx="12191998" cy="6469039"/>
          </a:xfrm>
          <a:prstGeom prst="rect">
            <a:avLst/>
          </a:prstGeom>
        </p:spPr>
      </p:pic>
      <p:sp>
        <p:nvSpPr>
          <p:cNvPr id="10" name="Rectángulo 9">
            <a:extLst>
              <a:ext uri="{FF2B5EF4-FFF2-40B4-BE49-F238E27FC236}">
                <a16:creationId xmlns:a16="http://schemas.microsoft.com/office/drawing/2014/main" id="{FD5F9D9F-C1A9-41F7-8D07-45DC9C0E1A07}"/>
              </a:ext>
            </a:extLst>
          </p:cNvPr>
          <p:cNvSpPr/>
          <p:nvPr userDrawn="1"/>
        </p:nvSpPr>
        <p:spPr>
          <a:xfrm>
            <a:off x="1364776" y="2871613"/>
            <a:ext cx="10827225" cy="2568261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53000">
                <a:schemeClr val="bg1">
                  <a:alpha val="88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881191DD-2576-44E9-A768-459ADFFE7271}"/>
              </a:ext>
            </a:extLst>
          </p:cNvPr>
          <p:cNvSpPr/>
          <p:nvPr userDrawn="1"/>
        </p:nvSpPr>
        <p:spPr>
          <a:xfrm>
            <a:off x="11978185" y="2871613"/>
            <a:ext cx="213815" cy="256826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DE525E1-FC8A-455B-AAD2-16DF14AD08EC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324686" y="4022742"/>
            <a:ext cx="5218273" cy="72704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 Narrow" panose="020B060602020203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/>
              <a:t>Agregue subtítulo aquí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1E71700-68DF-4082-8731-EF1962FBB0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18008" y="3372631"/>
            <a:ext cx="8724951" cy="72704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Arial Narrow" panose="020B0606020202030204" pitchFamily="34" charset="0"/>
                <a:ea typeface="+mj-ea"/>
                <a:cs typeface="+mj-cs"/>
              </a:defRPr>
            </a:lvl1pPr>
          </a:lstStyle>
          <a:p>
            <a:r>
              <a:rPr lang="es-ES"/>
              <a:t>Escriba el título de presentación</a:t>
            </a:r>
            <a:endParaRPr lang="es-CL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6F637721-DBF1-4AD3-BD88-7149740A2CA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0716" y="388505"/>
            <a:ext cx="1917469" cy="1142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08075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Portada - Casa Autóno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 descr="Imagen que contiene edificio, exterior, cielo, árbol&#10;&#10;Descripción generada automáticamente">
            <a:extLst>
              <a:ext uri="{FF2B5EF4-FFF2-40B4-BE49-F238E27FC236}">
                <a16:creationId xmlns:a16="http://schemas.microsoft.com/office/drawing/2014/main" id="{F9275430-7855-46D6-B192-3E6072C9CC9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455391"/>
          </a:xfrm>
          <a:prstGeom prst="rect">
            <a:avLst/>
          </a:prstGeom>
        </p:spPr>
      </p:pic>
      <p:sp>
        <p:nvSpPr>
          <p:cNvPr id="10" name="Rectángulo 9">
            <a:extLst>
              <a:ext uri="{FF2B5EF4-FFF2-40B4-BE49-F238E27FC236}">
                <a16:creationId xmlns:a16="http://schemas.microsoft.com/office/drawing/2014/main" id="{FD5F9D9F-C1A9-41F7-8D07-45DC9C0E1A07}"/>
              </a:ext>
            </a:extLst>
          </p:cNvPr>
          <p:cNvSpPr/>
          <p:nvPr userDrawn="1"/>
        </p:nvSpPr>
        <p:spPr>
          <a:xfrm>
            <a:off x="1364776" y="2871613"/>
            <a:ext cx="10827225" cy="2568261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53000">
                <a:schemeClr val="bg1">
                  <a:alpha val="88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881191DD-2576-44E9-A768-459ADFFE7271}"/>
              </a:ext>
            </a:extLst>
          </p:cNvPr>
          <p:cNvSpPr/>
          <p:nvPr userDrawn="1"/>
        </p:nvSpPr>
        <p:spPr>
          <a:xfrm>
            <a:off x="11978185" y="2871613"/>
            <a:ext cx="213815" cy="256826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DE525E1-FC8A-455B-AAD2-16DF14AD08EC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324686" y="4022742"/>
            <a:ext cx="5218273" cy="72704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 Narrow" panose="020B060602020203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/>
              <a:t>Agregue subtítulo aquí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1E71700-68DF-4082-8731-EF1962FBB0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18008" y="3372631"/>
            <a:ext cx="8724951" cy="72704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Arial Narrow" panose="020B0606020202030204" pitchFamily="34" charset="0"/>
                <a:ea typeface="+mj-ea"/>
                <a:cs typeface="+mj-cs"/>
              </a:defRPr>
            </a:lvl1pPr>
          </a:lstStyle>
          <a:p>
            <a:r>
              <a:rPr lang="es-ES"/>
              <a:t>Escriba el título de presentación</a:t>
            </a:r>
            <a:endParaRPr lang="es-CL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47DC6650-68AB-40D7-B8AF-2486117D950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0716" y="388505"/>
            <a:ext cx="1917469" cy="1142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08457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exto gene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E71700-68DF-4082-8731-EF1962FBB0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423080"/>
            <a:ext cx="10515600" cy="8461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Arial Narrow" panose="020B0606020202030204" pitchFamily="34" charset="0"/>
                <a:ea typeface="+mj-ea"/>
                <a:cs typeface="+mj-cs"/>
              </a:defRPr>
            </a:lvl1pPr>
          </a:lstStyle>
          <a:p>
            <a:r>
              <a:rPr lang="es-ES"/>
              <a:t>AGREGAR TÍTULO DE SECCIÓN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DE525E1-FC8A-455B-AAD2-16DF14AD08EC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1825625"/>
            <a:ext cx="10515600" cy="16033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2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/>
              <a:t>Inserte su texto aquí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D3F31B54-8DB3-4B04-A437-8C5C5E77440C}"/>
              </a:ext>
            </a:extLst>
          </p:cNvPr>
          <p:cNvSpPr/>
          <p:nvPr userDrawn="1"/>
        </p:nvSpPr>
        <p:spPr>
          <a:xfrm>
            <a:off x="0" y="423081"/>
            <a:ext cx="559558" cy="84616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4209880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eparador - SEDE - Providenc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n 15" descr="Un grupo de personas caminando hacia un edificio&#10;&#10;Descripción generada automáticamente">
            <a:extLst>
              <a:ext uri="{FF2B5EF4-FFF2-40B4-BE49-F238E27FC236}">
                <a16:creationId xmlns:a16="http://schemas.microsoft.com/office/drawing/2014/main" id="{F3B2FC73-3995-4317-80D6-E262BA06C83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23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95" t="17956" r="4698" b="14361"/>
          <a:stretch/>
        </p:blipFill>
        <p:spPr>
          <a:xfrm>
            <a:off x="0" y="0"/>
            <a:ext cx="12185926" cy="6469495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D15866F0-A7B1-4AAF-ACDA-0E29DAABC9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24797" y="2463348"/>
            <a:ext cx="3608325" cy="1325563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fontAlgn="auto" latinLnBrk="0" hangingPunct="1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 lang="es-CL" sz="66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arrow" panose="020B0606020202030204" pitchFamily="34" charset="0"/>
                <a:ea typeface="Franchise" pitchFamily="49" charset="0"/>
                <a:cs typeface="Lato Regular"/>
              </a:defRPr>
            </a:lvl1pPr>
          </a:lstStyle>
          <a:p>
            <a:r>
              <a:rPr lang="es-ES"/>
              <a:t>Sección</a:t>
            </a:r>
            <a:endParaRPr lang="es-CL"/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1A7E95D4-ACFD-403C-821C-50B364792698}"/>
              </a:ext>
            </a:extLst>
          </p:cNvPr>
          <p:cNvGrpSpPr/>
          <p:nvPr userDrawn="1"/>
        </p:nvGrpSpPr>
        <p:grpSpPr>
          <a:xfrm>
            <a:off x="3802494" y="2046496"/>
            <a:ext cx="408745" cy="1866285"/>
            <a:chOff x="3674158" y="2046496"/>
            <a:chExt cx="408745" cy="1866285"/>
          </a:xfrm>
        </p:grpSpPr>
        <p:sp>
          <p:nvSpPr>
            <p:cNvPr id="8" name="Rectángulo 7">
              <a:extLst>
                <a:ext uri="{FF2B5EF4-FFF2-40B4-BE49-F238E27FC236}">
                  <a16:creationId xmlns:a16="http://schemas.microsoft.com/office/drawing/2014/main" id="{AC80A022-4A75-4E64-9177-A1162EE59437}"/>
                </a:ext>
              </a:extLst>
            </p:cNvPr>
            <p:cNvSpPr/>
            <p:nvPr/>
          </p:nvSpPr>
          <p:spPr>
            <a:xfrm>
              <a:off x="3674159" y="2046496"/>
              <a:ext cx="174828" cy="1866285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9" name="Rectángulo 8">
              <a:extLst>
                <a:ext uri="{FF2B5EF4-FFF2-40B4-BE49-F238E27FC236}">
                  <a16:creationId xmlns:a16="http://schemas.microsoft.com/office/drawing/2014/main" id="{77F563F0-EAE6-482D-BCAA-A87117778922}"/>
                </a:ext>
              </a:extLst>
            </p:cNvPr>
            <p:cNvSpPr/>
            <p:nvPr/>
          </p:nvSpPr>
          <p:spPr>
            <a:xfrm rot="16200000">
              <a:off x="3795993" y="1924662"/>
              <a:ext cx="165076" cy="408744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725D5245-B6AD-4A48-BB50-D8892882EA4F}"/>
                </a:ext>
              </a:extLst>
            </p:cNvPr>
            <p:cNvSpPr/>
            <p:nvPr/>
          </p:nvSpPr>
          <p:spPr>
            <a:xfrm rot="16200000">
              <a:off x="3795992" y="3625871"/>
              <a:ext cx="165076" cy="408744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</p:grpSp>
      <p:grpSp>
        <p:nvGrpSpPr>
          <p:cNvPr id="11" name="Grupo 10">
            <a:extLst>
              <a:ext uri="{FF2B5EF4-FFF2-40B4-BE49-F238E27FC236}">
                <a16:creationId xmlns:a16="http://schemas.microsoft.com/office/drawing/2014/main" id="{87FBC3D4-819E-43DF-80CF-0025082E3DD4}"/>
              </a:ext>
            </a:extLst>
          </p:cNvPr>
          <p:cNvGrpSpPr/>
          <p:nvPr userDrawn="1"/>
        </p:nvGrpSpPr>
        <p:grpSpPr>
          <a:xfrm rot="10800000">
            <a:off x="7646681" y="2046496"/>
            <a:ext cx="408745" cy="1866285"/>
            <a:chOff x="3674158" y="2046496"/>
            <a:chExt cx="408745" cy="1866285"/>
          </a:xfrm>
        </p:grpSpPr>
        <p:sp>
          <p:nvSpPr>
            <p:cNvPr id="12" name="Rectángulo 11">
              <a:extLst>
                <a:ext uri="{FF2B5EF4-FFF2-40B4-BE49-F238E27FC236}">
                  <a16:creationId xmlns:a16="http://schemas.microsoft.com/office/drawing/2014/main" id="{10FA06B2-5E6A-41DD-976E-58A9577EDF8D}"/>
                </a:ext>
              </a:extLst>
            </p:cNvPr>
            <p:cNvSpPr/>
            <p:nvPr/>
          </p:nvSpPr>
          <p:spPr>
            <a:xfrm>
              <a:off x="3674159" y="2046496"/>
              <a:ext cx="174828" cy="1866285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3" name="Rectángulo 12">
              <a:extLst>
                <a:ext uri="{FF2B5EF4-FFF2-40B4-BE49-F238E27FC236}">
                  <a16:creationId xmlns:a16="http://schemas.microsoft.com/office/drawing/2014/main" id="{77A0BFB3-E412-4968-B128-50436FFA4D97}"/>
                </a:ext>
              </a:extLst>
            </p:cNvPr>
            <p:cNvSpPr/>
            <p:nvPr/>
          </p:nvSpPr>
          <p:spPr>
            <a:xfrm rot="16200000">
              <a:off x="3795993" y="1924662"/>
              <a:ext cx="165076" cy="408744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4" name="Rectángulo 13">
              <a:extLst>
                <a:ext uri="{FF2B5EF4-FFF2-40B4-BE49-F238E27FC236}">
                  <a16:creationId xmlns:a16="http://schemas.microsoft.com/office/drawing/2014/main" id="{D4D5F35F-5B1C-4EBA-8261-6DBF60858061}"/>
                </a:ext>
              </a:extLst>
            </p:cNvPr>
            <p:cNvSpPr/>
            <p:nvPr/>
          </p:nvSpPr>
          <p:spPr>
            <a:xfrm rot="16200000">
              <a:off x="3795992" y="3625871"/>
              <a:ext cx="165076" cy="408744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</p:grpSp>
    </p:spTree>
    <p:extLst>
      <p:ext uri="{BB962C8B-B14F-4D97-AF65-F5344CB8AC3E}">
        <p14:creationId xmlns:p14="http://schemas.microsoft.com/office/powerpoint/2010/main" val="15698380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eparador - SEDE - El Llan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n 15" descr="Imagen que contiene edificio, cielo, exterior, árbol&#10;&#10;Descripción generada automáticamente">
            <a:extLst>
              <a:ext uri="{FF2B5EF4-FFF2-40B4-BE49-F238E27FC236}">
                <a16:creationId xmlns:a16="http://schemas.microsoft.com/office/drawing/2014/main" id="{6EDB42C9-966B-4863-84F5-8DD6C38CFAD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23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455392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D15866F0-A7B1-4AAF-ACDA-0E29DAABC9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24797" y="2463348"/>
            <a:ext cx="3608325" cy="1325563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fontAlgn="auto" latinLnBrk="0" hangingPunct="1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 lang="es-CL" sz="66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arrow" panose="020B0606020202030204" pitchFamily="34" charset="0"/>
                <a:ea typeface="Franchise" pitchFamily="49" charset="0"/>
                <a:cs typeface="Lato Regular"/>
              </a:defRPr>
            </a:lvl1pPr>
          </a:lstStyle>
          <a:p>
            <a:r>
              <a:rPr lang="es-ES"/>
              <a:t>Sección</a:t>
            </a:r>
            <a:endParaRPr lang="es-CL"/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1A7E95D4-ACFD-403C-821C-50B364792698}"/>
              </a:ext>
            </a:extLst>
          </p:cNvPr>
          <p:cNvGrpSpPr/>
          <p:nvPr userDrawn="1"/>
        </p:nvGrpSpPr>
        <p:grpSpPr>
          <a:xfrm>
            <a:off x="3802494" y="2046496"/>
            <a:ext cx="408745" cy="1866285"/>
            <a:chOff x="3674158" y="2046496"/>
            <a:chExt cx="408745" cy="1866285"/>
          </a:xfrm>
        </p:grpSpPr>
        <p:sp>
          <p:nvSpPr>
            <p:cNvPr id="8" name="Rectángulo 7">
              <a:extLst>
                <a:ext uri="{FF2B5EF4-FFF2-40B4-BE49-F238E27FC236}">
                  <a16:creationId xmlns:a16="http://schemas.microsoft.com/office/drawing/2014/main" id="{AC80A022-4A75-4E64-9177-A1162EE59437}"/>
                </a:ext>
              </a:extLst>
            </p:cNvPr>
            <p:cNvSpPr/>
            <p:nvPr/>
          </p:nvSpPr>
          <p:spPr>
            <a:xfrm>
              <a:off x="3674159" y="2046496"/>
              <a:ext cx="174828" cy="1866285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9" name="Rectángulo 8">
              <a:extLst>
                <a:ext uri="{FF2B5EF4-FFF2-40B4-BE49-F238E27FC236}">
                  <a16:creationId xmlns:a16="http://schemas.microsoft.com/office/drawing/2014/main" id="{77F563F0-EAE6-482D-BCAA-A87117778922}"/>
                </a:ext>
              </a:extLst>
            </p:cNvPr>
            <p:cNvSpPr/>
            <p:nvPr/>
          </p:nvSpPr>
          <p:spPr>
            <a:xfrm rot="16200000">
              <a:off x="3795993" y="1924662"/>
              <a:ext cx="165076" cy="408744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725D5245-B6AD-4A48-BB50-D8892882EA4F}"/>
                </a:ext>
              </a:extLst>
            </p:cNvPr>
            <p:cNvSpPr/>
            <p:nvPr/>
          </p:nvSpPr>
          <p:spPr>
            <a:xfrm rot="16200000">
              <a:off x="3795992" y="3625871"/>
              <a:ext cx="165076" cy="408744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</p:grpSp>
      <p:grpSp>
        <p:nvGrpSpPr>
          <p:cNvPr id="11" name="Grupo 10">
            <a:extLst>
              <a:ext uri="{FF2B5EF4-FFF2-40B4-BE49-F238E27FC236}">
                <a16:creationId xmlns:a16="http://schemas.microsoft.com/office/drawing/2014/main" id="{87FBC3D4-819E-43DF-80CF-0025082E3DD4}"/>
              </a:ext>
            </a:extLst>
          </p:cNvPr>
          <p:cNvGrpSpPr/>
          <p:nvPr userDrawn="1"/>
        </p:nvGrpSpPr>
        <p:grpSpPr>
          <a:xfrm rot="10800000">
            <a:off x="7646681" y="2046496"/>
            <a:ext cx="408745" cy="1866285"/>
            <a:chOff x="3674158" y="2046496"/>
            <a:chExt cx="408745" cy="1866285"/>
          </a:xfrm>
        </p:grpSpPr>
        <p:sp>
          <p:nvSpPr>
            <p:cNvPr id="12" name="Rectángulo 11">
              <a:extLst>
                <a:ext uri="{FF2B5EF4-FFF2-40B4-BE49-F238E27FC236}">
                  <a16:creationId xmlns:a16="http://schemas.microsoft.com/office/drawing/2014/main" id="{10FA06B2-5E6A-41DD-976E-58A9577EDF8D}"/>
                </a:ext>
              </a:extLst>
            </p:cNvPr>
            <p:cNvSpPr/>
            <p:nvPr/>
          </p:nvSpPr>
          <p:spPr>
            <a:xfrm>
              <a:off x="3674159" y="2046496"/>
              <a:ext cx="174828" cy="1866285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3" name="Rectángulo 12">
              <a:extLst>
                <a:ext uri="{FF2B5EF4-FFF2-40B4-BE49-F238E27FC236}">
                  <a16:creationId xmlns:a16="http://schemas.microsoft.com/office/drawing/2014/main" id="{77A0BFB3-E412-4968-B128-50436FFA4D97}"/>
                </a:ext>
              </a:extLst>
            </p:cNvPr>
            <p:cNvSpPr/>
            <p:nvPr/>
          </p:nvSpPr>
          <p:spPr>
            <a:xfrm rot="16200000">
              <a:off x="3795993" y="1924662"/>
              <a:ext cx="165076" cy="408744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4" name="Rectángulo 13">
              <a:extLst>
                <a:ext uri="{FF2B5EF4-FFF2-40B4-BE49-F238E27FC236}">
                  <a16:creationId xmlns:a16="http://schemas.microsoft.com/office/drawing/2014/main" id="{D4D5F35F-5B1C-4EBA-8261-6DBF60858061}"/>
                </a:ext>
              </a:extLst>
            </p:cNvPr>
            <p:cNvSpPr/>
            <p:nvPr/>
          </p:nvSpPr>
          <p:spPr>
            <a:xfrm rot="16200000">
              <a:off x="3795992" y="3625871"/>
              <a:ext cx="165076" cy="408744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</p:grpSp>
    </p:spTree>
    <p:extLst>
      <p:ext uri="{BB962C8B-B14F-4D97-AF65-F5344CB8AC3E}">
        <p14:creationId xmlns:p14="http://schemas.microsoft.com/office/powerpoint/2010/main" val="41737205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eparador - SEDE - C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n 15" descr="Imagen que contiene árbol, cielo, exterior, edificio&#10;&#10;Descripción generada automáticamente">
            <a:extLst>
              <a:ext uri="{FF2B5EF4-FFF2-40B4-BE49-F238E27FC236}">
                <a16:creationId xmlns:a16="http://schemas.microsoft.com/office/drawing/2014/main" id="{7AFBD680-F01E-486B-9996-AC2A0048282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23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441744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D15866F0-A7B1-4AAF-ACDA-0E29DAABC9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24797" y="2463348"/>
            <a:ext cx="3608325" cy="1325563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fontAlgn="auto" latinLnBrk="0" hangingPunct="1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 lang="es-CL" sz="66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arrow" panose="020B0606020202030204" pitchFamily="34" charset="0"/>
                <a:ea typeface="Franchise" pitchFamily="49" charset="0"/>
                <a:cs typeface="Lato Regular"/>
              </a:defRPr>
            </a:lvl1pPr>
          </a:lstStyle>
          <a:p>
            <a:r>
              <a:rPr lang="es-ES"/>
              <a:t>Sección</a:t>
            </a:r>
            <a:endParaRPr lang="es-CL"/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1A7E95D4-ACFD-403C-821C-50B364792698}"/>
              </a:ext>
            </a:extLst>
          </p:cNvPr>
          <p:cNvGrpSpPr/>
          <p:nvPr userDrawn="1"/>
        </p:nvGrpSpPr>
        <p:grpSpPr>
          <a:xfrm>
            <a:off x="3802494" y="2046496"/>
            <a:ext cx="408745" cy="1866285"/>
            <a:chOff x="3674158" y="2046496"/>
            <a:chExt cx="408745" cy="1866285"/>
          </a:xfrm>
        </p:grpSpPr>
        <p:sp>
          <p:nvSpPr>
            <p:cNvPr id="8" name="Rectángulo 7">
              <a:extLst>
                <a:ext uri="{FF2B5EF4-FFF2-40B4-BE49-F238E27FC236}">
                  <a16:creationId xmlns:a16="http://schemas.microsoft.com/office/drawing/2014/main" id="{AC80A022-4A75-4E64-9177-A1162EE59437}"/>
                </a:ext>
              </a:extLst>
            </p:cNvPr>
            <p:cNvSpPr/>
            <p:nvPr/>
          </p:nvSpPr>
          <p:spPr>
            <a:xfrm>
              <a:off x="3674159" y="2046496"/>
              <a:ext cx="174828" cy="1866285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9" name="Rectángulo 8">
              <a:extLst>
                <a:ext uri="{FF2B5EF4-FFF2-40B4-BE49-F238E27FC236}">
                  <a16:creationId xmlns:a16="http://schemas.microsoft.com/office/drawing/2014/main" id="{77F563F0-EAE6-482D-BCAA-A87117778922}"/>
                </a:ext>
              </a:extLst>
            </p:cNvPr>
            <p:cNvSpPr/>
            <p:nvPr/>
          </p:nvSpPr>
          <p:spPr>
            <a:xfrm rot="16200000">
              <a:off x="3795993" y="1924662"/>
              <a:ext cx="165076" cy="408744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725D5245-B6AD-4A48-BB50-D8892882EA4F}"/>
                </a:ext>
              </a:extLst>
            </p:cNvPr>
            <p:cNvSpPr/>
            <p:nvPr/>
          </p:nvSpPr>
          <p:spPr>
            <a:xfrm rot="16200000">
              <a:off x="3795992" y="3625871"/>
              <a:ext cx="165076" cy="408744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</p:grpSp>
      <p:grpSp>
        <p:nvGrpSpPr>
          <p:cNvPr id="11" name="Grupo 10">
            <a:extLst>
              <a:ext uri="{FF2B5EF4-FFF2-40B4-BE49-F238E27FC236}">
                <a16:creationId xmlns:a16="http://schemas.microsoft.com/office/drawing/2014/main" id="{87FBC3D4-819E-43DF-80CF-0025082E3DD4}"/>
              </a:ext>
            </a:extLst>
          </p:cNvPr>
          <p:cNvGrpSpPr/>
          <p:nvPr userDrawn="1"/>
        </p:nvGrpSpPr>
        <p:grpSpPr>
          <a:xfrm rot="10800000">
            <a:off x="7646681" y="2046496"/>
            <a:ext cx="408745" cy="1866285"/>
            <a:chOff x="3674158" y="2046496"/>
            <a:chExt cx="408745" cy="1866285"/>
          </a:xfrm>
        </p:grpSpPr>
        <p:sp>
          <p:nvSpPr>
            <p:cNvPr id="12" name="Rectángulo 11">
              <a:extLst>
                <a:ext uri="{FF2B5EF4-FFF2-40B4-BE49-F238E27FC236}">
                  <a16:creationId xmlns:a16="http://schemas.microsoft.com/office/drawing/2014/main" id="{10FA06B2-5E6A-41DD-976E-58A9577EDF8D}"/>
                </a:ext>
              </a:extLst>
            </p:cNvPr>
            <p:cNvSpPr/>
            <p:nvPr/>
          </p:nvSpPr>
          <p:spPr>
            <a:xfrm>
              <a:off x="3674159" y="2046496"/>
              <a:ext cx="174828" cy="1866285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3" name="Rectángulo 12">
              <a:extLst>
                <a:ext uri="{FF2B5EF4-FFF2-40B4-BE49-F238E27FC236}">
                  <a16:creationId xmlns:a16="http://schemas.microsoft.com/office/drawing/2014/main" id="{77A0BFB3-E412-4968-B128-50436FFA4D97}"/>
                </a:ext>
              </a:extLst>
            </p:cNvPr>
            <p:cNvSpPr/>
            <p:nvPr/>
          </p:nvSpPr>
          <p:spPr>
            <a:xfrm rot="16200000">
              <a:off x="3795993" y="1924662"/>
              <a:ext cx="165076" cy="408744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4" name="Rectángulo 13">
              <a:extLst>
                <a:ext uri="{FF2B5EF4-FFF2-40B4-BE49-F238E27FC236}">
                  <a16:creationId xmlns:a16="http://schemas.microsoft.com/office/drawing/2014/main" id="{D4D5F35F-5B1C-4EBA-8261-6DBF60858061}"/>
                </a:ext>
              </a:extLst>
            </p:cNvPr>
            <p:cNvSpPr/>
            <p:nvPr/>
          </p:nvSpPr>
          <p:spPr>
            <a:xfrm rot="16200000">
              <a:off x="3795992" y="3625871"/>
              <a:ext cx="165076" cy="408744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</p:grpSp>
    </p:spTree>
    <p:extLst>
      <p:ext uri="{BB962C8B-B14F-4D97-AF65-F5344CB8AC3E}">
        <p14:creationId xmlns:p14="http://schemas.microsoft.com/office/powerpoint/2010/main" val="3124508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eparador - Académ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n 15" descr="Imagen que contiene persona, multitud, personas, edificio&#10;&#10;Descripción generada automáticamente">
            <a:extLst>
              <a:ext uri="{FF2B5EF4-FFF2-40B4-BE49-F238E27FC236}">
                <a16:creationId xmlns:a16="http://schemas.microsoft.com/office/drawing/2014/main" id="{8E94EF79-15D8-48AF-A099-A38BDF07637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23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"/>
            <a:ext cx="12192000" cy="6462215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D15866F0-A7B1-4AAF-ACDA-0E29DAABC9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24797" y="2463348"/>
            <a:ext cx="3608325" cy="1325563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fontAlgn="auto" latinLnBrk="0" hangingPunct="1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 lang="es-CL" sz="66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arrow" panose="020B0606020202030204" pitchFamily="34" charset="0"/>
                <a:ea typeface="Franchise" pitchFamily="49" charset="0"/>
                <a:cs typeface="Lato Regular"/>
              </a:defRPr>
            </a:lvl1pPr>
          </a:lstStyle>
          <a:p>
            <a:r>
              <a:rPr lang="es-ES"/>
              <a:t>Sección</a:t>
            </a:r>
            <a:endParaRPr lang="es-CL"/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1A7E95D4-ACFD-403C-821C-50B364792698}"/>
              </a:ext>
            </a:extLst>
          </p:cNvPr>
          <p:cNvGrpSpPr/>
          <p:nvPr userDrawn="1"/>
        </p:nvGrpSpPr>
        <p:grpSpPr>
          <a:xfrm>
            <a:off x="3802494" y="2046496"/>
            <a:ext cx="408745" cy="1866285"/>
            <a:chOff x="3674158" y="2046496"/>
            <a:chExt cx="408745" cy="1866285"/>
          </a:xfrm>
        </p:grpSpPr>
        <p:sp>
          <p:nvSpPr>
            <p:cNvPr id="8" name="Rectángulo 7">
              <a:extLst>
                <a:ext uri="{FF2B5EF4-FFF2-40B4-BE49-F238E27FC236}">
                  <a16:creationId xmlns:a16="http://schemas.microsoft.com/office/drawing/2014/main" id="{AC80A022-4A75-4E64-9177-A1162EE59437}"/>
                </a:ext>
              </a:extLst>
            </p:cNvPr>
            <p:cNvSpPr/>
            <p:nvPr/>
          </p:nvSpPr>
          <p:spPr>
            <a:xfrm>
              <a:off x="3674159" y="2046496"/>
              <a:ext cx="174828" cy="1866285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9" name="Rectángulo 8">
              <a:extLst>
                <a:ext uri="{FF2B5EF4-FFF2-40B4-BE49-F238E27FC236}">
                  <a16:creationId xmlns:a16="http://schemas.microsoft.com/office/drawing/2014/main" id="{77F563F0-EAE6-482D-BCAA-A87117778922}"/>
                </a:ext>
              </a:extLst>
            </p:cNvPr>
            <p:cNvSpPr/>
            <p:nvPr/>
          </p:nvSpPr>
          <p:spPr>
            <a:xfrm rot="16200000">
              <a:off x="3795993" y="1924662"/>
              <a:ext cx="165076" cy="408744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725D5245-B6AD-4A48-BB50-D8892882EA4F}"/>
                </a:ext>
              </a:extLst>
            </p:cNvPr>
            <p:cNvSpPr/>
            <p:nvPr/>
          </p:nvSpPr>
          <p:spPr>
            <a:xfrm rot="16200000">
              <a:off x="3795992" y="3625871"/>
              <a:ext cx="165076" cy="408744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</p:grpSp>
      <p:grpSp>
        <p:nvGrpSpPr>
          <p:cNvPr id="11" name="Grupo 10">
            <a:extLst>
              <a:ext uri="{FF2B5EF4-FFF2-40B4-BE49-F238E27FC236}">
                <a16:creationId xmlns:a16="http://schemas.microsoft.com/office/drawing/2014/main" id="{87FBC3D4-819E-43DF-80CF-0025082E3DD4}"/>
              </a:ext>
            </a:extLst>
          </p:cNvPr>
          <p:cNvGrpSpPr/>
          <p:nvPr userDrawn="1"/>
        </p:nvGrpSpPr>
        <p:grpSpPr>
          <a:xfrm rot="10800000">
            <a:off x="7646681" y="2046496"/>
            <a:ext cx="408745" cy="1866285"/>
            <a:chOff x="3674158" y="2046496"/>
            <a:chExt cx="408745" cy="1866285"/>
          </a:xfrm>
        </p:grpSpPr>
        <p:sp>
          <p:nvSpPr>
            <p:cNvPr id="12" name="Rectángulo 11">
              <a:extLst>
                <a:ext uri="{FF2B5EF4-FFF2-40B4-BE49-F238E27FC236}">
                  <a16:creationId xmlns:a16="http://schemas.microsoft.com/office/drawing/2014/main" id="{10FA06B2-5E6A-41DD-976E-58A9577EDF8D}"/>
                </a:ext>
              </a:extLst>
            </p:cNvPr>
            <p:cNvSpPr/>
            <p:nvPr/>
          </p:nvSpPr>
          <p:spPr>
            <a:xfrm>
              <a:off x="3674159" y="2046496"/>
              <a:ext cx="174828" cy="1866285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3" name="Rectángulo 12">
              <a:extLst>
                <a:ext uri="{FF2B5EF4-FFF2-40B4-BE49-F238E27FC236}">
                  <a16:creationId xmlns:a16="http://schemas.microsoft.com/office/drawing/2014/main" id="{77A0BFB3-E412-4968-B128-50436FFA4D97}"/>
                </a:ext>
              </a:extLst>
            </p:cNvPr>
            <p:cNvSpPr/>
            <p:nvPr/>
          </p:nvSpPr>
          <p:spPr>
            <a:xfrm rot="16200000">
              <a:off x="3795993" y="1924662"/>
              <a:ext cx="165076" cy="408744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4" name="Rectángulo 13">
              <a:extLst>
                <a:ext uri="{FF2B5EF4-FFF2-40B4-BE49-F238E27FC236}">
                  <a16:creationId xmlns:a16="http://schemas.microsoft.com/office/drawing/2014/main" id="{D4D5F35F-5B1C-4EBA-8261-6DBF60858061}"/>
                </a:ext>
              </a:extLst>
            </p:cNvPr>
            <p:cNvSpPr/>
            <p:nvPr/>
          </p:nvSpPr>
          <p:spPr>
            <a:xfrm rot="16200000">
              <a:off x="3795992" y="3625871"/>
              <a:ext cx="165076" cy="408744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</p:grpSp>
    </p:spTree>
    <p:extLst>
      <p:ext uri="{BB962C8B-B14F-4D97-AF65-F5344CB8AC3E}">
        <p14:creationId xmlns:p14="http://schemas.microsoft.com/office/powerpoint/2010/main" val="312139577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eparador - Académicos_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n 14" descr="Imagen que contiene persona, interior, sentado, mesa&#10;&#10;Descripción generada automáticamente">
            <a:extLst>
              <a:ext uri="{FF2B5EF4-FFF2-40B4-BE49-F238E27FC236}">
                <a16:creationId xmlns:a16="http://schemas.microsoft.com/office/drawing/2014/main" id="{3FE7D322-BD9F-4EB2-B397-6C665623AD9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23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455392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D15866F0-A7B1-4AAF-ACDA-0E29DAABC9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24797" y="2463348"/>
            <a:ext cx="3608325" cy="1325563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fontAlgn="auto" latinLnBrk="0" hangingPunct="1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 lang="es-CL" sz="66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arrow" panose="020B0606020202030204" pitchFamily="34" charset="0"/>
                <a:ea typeface="Franchise" pitchFamily="49" charset="0"/>
                <a:cs typeface="Lato Regular"/>
              </a:defRPr>
            </a:lvl1pPr>
          </a:lstStyle>
          <a:p>
            <a:r>
              <a:rPr lang="es-ES"/>
              <a:t>Sección</a:t>
            </a:r>
            <a:endParaRPr lang="es-CL"/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1A7E95D4-ACFD-403C-821C-50B364792698}"/>
              </a:ext>
            </a:extLst>
          </p:cNvPr>
          <p:cNvGrpSpPr/>
          <p:nvPr userDrawn="1"/>
        </p:nvGrpSpPr>
        <p:grpSpPr>
          <a:xfrm>
            <a:off x="3802494" y="2046496"/>
            <a:ext cx="408745" cy="1866285"/>
            <a:chOff x="3674158" y="2046496"/>
            <a:chExt cx="408745" cy="1866285"/>
          </a:xfrm>
        </p:grpSpPr>
        <p:sp>
          <p:nvSpPr>
            <p:cNvPr id="8" name="Rectángulo 7">
              <a:extLst>
                <a:ext uri="{FF2B5EF4-FFF2-40B4-BE49-F238E27FC236}">
                  <a16:creationId xmlns:a16="http://schemas.microsoft.com/office/drawing/2014/main" id="{AC80A022-4A75-4E64-9177-A1162EE59437}"/>
                </a:ext>
              </a:extLst>
            </p:cNvPr>
            <p:cNvSpPr/>
            <p:nvPr/>
          </p:nvSpPr>
          <p:spPr>
            <a:xfrm>
              <a:off x="3674159" y="2046496"/>
              <a:ext cx="174828" cy="1866285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9" name="Rectángulo 8">
              <a:extLst>
                <a:ext uri="{FF2B5EF4-FFF2-40B4-BE49-F238E27FC236}">
                  <a16:creationId xmlns:a16="http://schemas.microsoft.com/office/drawing/2014/main" id="{77F563F0-EAE6-482D-BCAA-A87117778922}"/>
                </a:ext>
              </a:extLst>
            </p:cNvPr>
            <p:cNvSpPr/>
            <p:nvPr/>
          </p:nvSpPr>
          <p:spPr>
            <a:xfrm rot="16200000">
              <a:off x="3795993" y="1924662"/>
              <a:ext cx="165076" cy="408744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725D5245-B6AD-4A48-BB50-D8892882EA4F}"/>
                </a:ext>
              </a:extLst>
            </p:cNvPr>
            <p:cNvSpPr/>
            <p:nvPr/>
          </p:nvSpPr>
          <p:spPr>
            <a:xfrm rot="16200000">
              <a:off x="3795992" y="3625871"/>
              <a:ext cx="165076" cy="408744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</p:grpSp>
      <p:grpSp>
        <p:nvGrpSpPr>
          <p:cNvPr id="11" name="Grupo 10">
            <a:extLst>
              <a:ext uri="{FF2B5EF4-FFF2-40B4-BE49-F238E27FC236}">
                <a16:creationId xmlns:a16="http://schemas.microsoft.com/office/drawing/2014/main" id="{87FBC3D4-819E-43DF-80CF-0025082E3DD4}"/>
              </a:ext>
            </a:extLst>
          </p:cNvPr>
          <p:cNvGrpSpPr/>
          <p:nvPr userDrawn="1"/>
        </p:nvGrpSpPr>
        <p:grpSpPr>
          <a:xfrm rot="10800000">
            <a:off x="7646681" y="2046496"/>
            <a:ext cx="408745" cy="1866285"/>
            <a:chOff x="3674158" y="2046496"/>
            <a:chExt cx="408745" cy="1866285"/>
          </a:xfrm>
        </p:grpSpPr>
        <p:sp>
          <p:nvSpPr>
            <p:cNvPr id="12" name="Rectángulo 11">
              <a:extLst>
                <a:ext uri="{FF2B5EF4-FFF2-40B4-BE49-F238E27FC236}">
                  <a16:creationId xmlns:a16="http://schemas.microsoft.com/office/drawing/2014/main" id="{10FA06B2-5E6A-41DD-976E-58A9577EDF8D}"/>
                </a:ext>
              </a:extLst>
            </p:cNvPr>
            <p:cNvSpPr/>
            <p:nvPr/>
          </p:nvSpPr>
          <p:spPr>
            <a:xfrm>
              <a:off x="3674159" y="2046496"/>
              <a:ext cx="174828" cy="1866285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3" name="Rectángulo 12">
              <a:extLst>
                <a:ext uri="{FF2B5EF4-FFF2-40B4-BE49-F238E27FC236}">
                  <a16:creationId xmlns:a16="http://schemas.microsoft.com/office/drawing/2014/main" id="{77A0BFB3-E412-4968-B128-50436FFA4D97}"/>
                </a:ext>
              </a:extLst>
            </p:cNvPr>
            <p:cNvSpPr/>
            <p:nvPr/>
          </p:nvSpPr>
          <p:spPr>
            <a:xfrm rot="16200000">
              <a:off x="3795993" y="1924662"/>
              <a:ext cx="165076" cy="408744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4" name="Rectángulo 13">
              <a:extLst>
                <a:ext uri="{FF2B5EF4-FFF2-40B4-BE49-F238E27FC236}">
                  <a16:creationId xmlns:a16="http://schemas.microsoft.com/office/drawing/2014/main" id="{D4D5F35F-5B1C-4EBA-8261-6DBF60858061}"/>
                </a:ext>
              </a:extLst>
            </p:cNvPr>
            <p:cNvSpPr/>
            <p:nvPr/>
          </p:nvSpPr>
          <p:spPr>
            <a:xfrm rot="16200000">
              <a:off x="3795992" y="3625871"/>
              <a:ext cx="165076" cy="408744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</p:grpSp>
    </p:spTree>
    <p:extLst>
      <p:ext uri="{BB962C8B-B14F-4D97-AF65-F5344CB8AC3E}">
        <p14:creationId xmlns:p14="http://schemas.microsoft.com/office/powerpoint/2010/main" val="29262241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eparador - Académicos_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n 14">
            <a:extLst>
              <a:ext uri="{FF2B5EF4-FFF2-40B4-BE49-F238E27FC236}">
                <a16:creationId xmlns:a16="http://schemas.microsoft.com/office/drawing/2014/main" id="{6984EED9-5D6D-4BC9-AEBD-41FE522F6B7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23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0" y="0"/>
            <a:ext cx="12192000" cy="6455391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D15866F0-A7B1-4AAF-ACDA-0E29DAABC9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24797" y="2463348"/>
            <a:ext cx="3608325" cy="1325563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fontAlgn="auto" latinLnBrk="0" hangingPunct="1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 lang="es-CL" sz="66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arrow" panose="020B0606020202030204" pitchFamily="34" charset="0"/>
                <a:ea typeface="Franchise" pitchFamily="49" charset="0"/>
                <a:cs typeface="Lato Regular"/>
              </a:defRPr>
            </a:lvl1pPr>
          </a:lstStyle>
          <a:p>
            <a:r>
              <a:rPr lang="es-ES"/>
              <a:t>Sección</a:t>
            </a:r>
            <a:endParaRPr lang="es-CL"/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1A7E95D4-ACFD-403C-821C-50B364792698}"/>
              </a:ext>
            </a:extLst>
          </p:cNvPr>
          <p:cNvGrpSpPr/>
          <p:nvPr userDrawn="1"/>
        </p:nvGrpSpPr>
        <p:grpSpPr>
          <a:xfrm>
            <a:off x="3802494" y="2046496"/>
            <a:ext cx="408745" cy="1866285"/>
            <a:chOff x="3674158" y="2046496"/>
            <a:chExt cx="408745" cy="1866285"/>
          </a:xfrm>
        </p:grpSpPr>
        <p:sp>
          <p:nvSpPr>
            <p:cNvPr id="8" name="Rectángulo 7">
              <a:extLst>
                <a:ext uri="{FF2B5EF4-FFF2-40B4-BE49-F238E27FC236}">
                  <a16:creationId xmlns:a16="http://schemas.microsoft.com/office/drawing/2014/main" id="{AC80A022-4A75-4E64-9177-A1162EE59437}"/>
                </a:ext>
              </a:extLst>
            </p:cNvPr>
            <p:cNvSpPr/>
            <p:nvPr/>
          </p:nvSpPr>
          <p:spPr>
            <a:xfrm>
              <a:off x="3674159" y="2046496"/>
              <a:ext cx="174828" cy="1866285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9" name="Rectángulo 8">
              <a:extLst>
                <a:ext uri="{FF2B5EF4-FFF2-40B4-BE49-F238E27FC236}">
                  <a16:creationId xmlns:a16="http://schemas.microsoft.com/office/drawing/2014/main" id="{77F563F0-EAE6-482D-BCAA-A87117778922}"/>
                </a:ext>
              </a:extLst>
            </p:cNvPr>
            <p:cNvSpPr/>
            <p:nvPr/>
          </p:nvSpPr>
          <p:spPr>
            <a:xfrm rot="16200000">
              <a:off x="3795993" y="1924662"/>
              <a:ext cx="165076" cy="408744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725D5245-B6AD-4A48-BB50-D8892882EA4F}"/>
                </a:ext>
              </a:extLst>
            </p:cNvPr>
            <p:cNvSpPr/>
            <p:nvPr/>
          </p:nvSpPr>
          <p:spPr>
            <a:xfrm rot="16200000">
              <a:off x="3795992" y="3625871"/>
              <a:ext cx="165076" cy="408744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</p:grpSp>
      <p:grpSp>
        <p:nvGrpSpPr>
          <p:cNvPr id="11" name="Grupo 10">
            <a:extLst>
              <a:ext uri="{FF2B5EF4-FFF2-40B4-BE49-F238E27FC236}">
                <a16:creationId xmlns:a16="http://schemas.microsoft.com/office/drawing/2014/main" id="{87FBC3D4-819E-43DF-80CF-0025082E3DD4}"/>
              </a:ext>
            </a:extLst>
          </p:cNvPr>
          <p:cNvGrpSpPr/>
          <p:nvPr userDrawn="1"/>
        </p:nvGrpSpPr>
        <p:grpSpPr>
          <a:xfrm rot="10800000">
            <a:off x="7646681" y="2046496"/>
            <a:ext cx="408745" cy="1866285"/>
            <a:chOff x="3674158" y="2046496"/>
            <a:chExt cx="408745" cy="1866285"/>
          </a:xfrm>
        </p:grpSpPr>
        <p:sp>
          <p:nvSpPr>
            <p:cNvPr id="12" name="Rectángulo 11">
              <a:extLst>
                <a:ext uri="{FF2B5EF4-FFF2-40B4-BE49-F238E27FC236}">
                  <a16:creationId xmlns:a16="http://schemas.microsoft.com/office/drawing/2014/main" id="{10FA06B2-5E6A-41DD-976E-58A9577EDF8D}"/>
                </a:ext>
              </a:extLst>
            </p:cNvPr>
            <p:cNvSpPr/>
            <p:nvPr/>
          </p:nvSpPr>
          <p:spPr>
            <a:xfrm>
              <a:off x="3674159" y="2046496"/>
              <a:ext cx="174828" cy="1866285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3" name="Rectángulo 12">
              <a:extLst>
                <a:ext uri="{FF2B5EF4-FFF2-40B4-BE49-F238E27FC236}">
                  <a16:creationId xmlns:a16="http://schemas.microsoft.com/office/drawing/2014/main" id="{77A0BFB3-E412-4968-B128-50436FFA4D97}"/>
                </a:ext>
              </a:extLst>
            </p:cNvPr>
            <p:cNvSpPr/>
            <p:nvPr/>
          </p:nvSpPr>
          <p:spPr>
            <a:xfrm rot="16200000">
              <a:off x="3795993" y="1924662"/>
              <a:ext cx="165076" cy="408744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4" name="Rectángulo 13">
              <a:extLst>
                <a:ext uri="{FF2B5EF4-FFF2-40B4-BE49-F238E27FC236}">
                  <a16:creationId xmlns:a16="http://schemas.microsoft.com/office/drawing/2014/main" id="{D4D5F35F-5B1C-4EBA-8261-6DBF60858061}"/>
                </a:ext>
              </a:extLst>
            </p:cNvPr>
            <p:cNvSpPr/>
            <p:nvPr/>
          </p:nvSpPr>
          <p:spPr>
            <a:xfrm rot="16200000">
              <a:off x="3795992" y="3625871"/>
              <a:ext cx="165076" cy="408744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</p:grpSp>
    </p:spTree>
    <p:extLst>
      <p:ext uri="{BB962C8B-B14F-4D97-AF65-F5344CB8AC3E}">
        <p14:creationId xmlns:p14="http://schemas.microsoft.com/office/powerpoint/2010/main" val="50554903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eparador - DAE - Admis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n 14" descr="Imagen que contiene árbol, exterior, persona, hierba&#10;&#10;Descripción generada automáticamente">
            <a:extLst>
              <a:ext uri="{FF2B5EF4-FFF2-40B4-BE49-F238E27FC236}">
                <a16:creationId xmlns:a16="http://schemas.microsoft.com/office/drawing/2014/main" id="{8CF2F265-A2C4-4329-83C2-7B30B1DAD12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23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6077" y="-1"/>
            <a:ext cx="12198077" cy="6462215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D15866F0-A7B1-4AAF-ACDA-0E29DAABC9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24797" y="2463348"/>
            <a:ext cx="3608325" cy="1325563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fontAlgn="auto" latinLnBrk="0" hangingPunct="1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 lang="es-CL" sz="66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arrow" panose="020B0606020202030204" pitchFamily="34" charset="0"/>
                <a:ea typeface="Franchise" pitchFamily="49" charset="0"/>
                <a:cs typeface="Lato Regular"/>
              </a:defRPr>
            </a:lvl1pPr>
          </a:lstStyle>
          <a:p>
            <a:r>
              <a:rPr lang="es-ES"/>
              <a:t>Sección</a:t>
            </a:r>
            <a:endParaRPr lang="es-CL"/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1A7E95D4-ACFD-403C-821C-50B364792698}"/>
              </a:ext>
            </a:extLst>
          </p:cNvPr>
          <p:cNvGrpSpPr/>
          <p:nvPr userDrawn="1"/>
        </p:nvGrpSpPr>
        <p:grpSpPr>
          <a:xfrm>
            <a:off x="3802494" y="2046496"/>
            <a:ext cx="408745" cy="1866285"/>
            <a:chOff x="3674158" y="2046496"/>
            <a:chExt cx="408745" cy="1866285"/>
          </a:xfrm>
        </p:grpSpPr>
        <p:sp>
          <p:nvSpPr>
            <p:cNvPr id="8" name="Rectángulo 7">
              <a:extLst>
                <a:ext uri="{FF2B5EF4-FFF2-40B4-BE49-F238E27FC236}">
                  <a16:creationId xmlns:a16="http://schemas.microsoft.com/office/drawing/2014/main" id="{AC80A022-4A75-4E64-9177-A1162EE59437}"/>
                </a:ext>
              </a:extLst>
            </p:cNvPr>
            <p:cNvSpPr/>
            <p:nvPr/>
          </p:nvSpPr>
          <p:spPr>
            <a:xfrm>
              <a:off x="3674159" y="2046496"/>
              <a:ext cx="174828" cy="1866285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9" name="Rectángulo 8">
              <a:extLst>
                <a:ext uri="{FF2B5EF4-FFF2-40B4-BE49-F238E27FC236}">
                  <a16:creationId xmlns:a16="http://schemas.microsoft.com/office/drawing/2014/main" id="{77F563F0-EAE6-482D-BCAA-A87117778922}"/>
                </a:ext>
              </a:extLst>
            </p:cNvPr>
            <p:cNvSpPr/>
            <p:nvPr/>
          </p:nvSpPr>
          <p:spPr>
            <a:xfrm rot="16200000">
              <a:off x="3795993" y="1924662"/>
              <a:ext cx="165076" cy="408744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725D5245-B6AD-4A48-BB50-D8892882EA4F}"/>
                </a:ext>
              </a:extLst>
            </p:cNvPr>
            <p:cNvSpPr/>
            <p:nvPr/>
          </p:nvSpPr>
          <p:spPr>
            <a:xfrm rot="16200000">
              <a:off x="3795992" y="3625871"/>
              <a:ext cx="165076" cy="408744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</p:grpSp>
      <p:grpSp>
        <p:nvGrpSpPr>
          <p:cNvPr id="11" name="Grupo 10">
            <a:extLst>
              <a:ext uri="{FF2B5EF4-FFF2-40B4-BE49-F238E27FC236}">
                <a16:creationId xmlns:a16="http://schemas.microsoft.com/office/drawing/2014/main" id="{87FBC3D4-819E-43DF-80CF-0025082E3DD4}"/>
              </a:ext>
            </a:extLst>
          </p:cNvPr>
          <p:cNvGrpSpPr/>
          <p:nvPr userDrawn="1"/>
        </p:nvGrpSpPr>
        <p:grpSpPr>
          <a:xfrm rot="10800000">
            <a:off x="7646681" y="2046496"/>
            <a:ext cx="408745" cy="1866285"/>
            <a:chOff x="3674158" y="2046496"/>
            <a:chExt cx="408745" cy="1866285"/>
          </a:xfrm>
        </p:grpSpPr>
        <p:sp>
          <p:nvSpPr>
            <p:cNvPr id="12" name="Rectángulo 11">
              <a:extLst>
                <a:ext uri="{FF2B5EF4-FFF2-40B4-BE49-F238E27FC236}">
                  <a16:creationId xmlns:a16="http://schemas.microsoft.com/office/drawing/2014/main" id="{10FA06B2-5E6A-41DD-976E-58A9577EDF8D}"/>
                </a:ext>
              </a:extLst>
            </p:cNvPr>
            <p:cNvSpPr/>
            <p:nvPr/>
          </p:nvSpPr>
          <p:spPr>
            <a:xfrm>
              <a:off x="3674159" y="2046496"/>
              <a:ext cx="174828" cy="1866285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3" name="Rectángulo 12">
              <a:extLst>
                <a:ext uri="{FF2B5EF4-FFF2-40B4-BE49-F238E27FC236}">
                  <a16:creationId xmlns:a16="http://schemas.microsoft.com/office/drawing/2014/main" id="{77A0BFB3-E412-4968-B128-50436FFA4D97}"/>
                </a:ext>
              </a:extLst>
            </p:cNvPr>
            <p:cNvSpPr/>
            <p:nvPr/>
          </p:nvSpPr>
          <p:spPr>
            <a:xfrm rot="16200000">
              <a:off x="3795993" y="1924662"/>
              <a:ext cx="165076" cy="408744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4" name="Rectángulo 13">
              <a:extLst>
                <a:ext uri="{FF2B5EF4-FFF2-40B4-BE49-F238E27FC236}">
                  <a16:creationId xmlns:a16="http://schemas.microsoft.com/office/drawing/2014/main" id="{D4D5F35F-5B1C-4EBA-8261-6DBF60858061}"/>
                </a:ext>
              </a:extLst>
            </p:cNvPr>
            <p:cNvSpPr/>
            <p:nvPr/>
          </p:nvSpPr>
          <p:spPr>
            <a:xfrm rot="16200000">
              <a:off x="3795992" y="3625871"/>
              <a:ext cx="165076" cy="408744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</p:grpSp>
    </p:spTree>
    <p:extLst>
      <p:ext uri="{BB962C8B-B14F-4D97-AF65-F5344CB8AC3E}">
        <p14:creationId xmlns:p14="http://schemas.microsoft.com/office/powerpoint/2010/main" val="273546492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eparador - DAE - Admisión_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n 14" descr="Imagen que contiene persona, mujer, exterior, sentado&#10;&#10;Descripción generada automáticamente">
            <a:extLst>
              <a:ext uri="{FF2B5EF4-FFF2-40B4-BE49-F238E27FC236}">
                <a16:creationId xmlns:a16="http://schemas.microsoft.com/office/drawing/2014/main" id="{E3401D10-F329-4AFA-B37A-C40EC97F9C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23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3648" y="-1"/>
            <a:ext cx="12205263" cy="6455391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D15866F0-A7B1-4AAF-ACDA-0E29DAABC9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24797" y="2463348"/>
            <a:ext cx="3608325" cy="1325563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fontAlgn="auto" latinLnBrk="0" hangingPunct="1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 lang="es-CL" sz="66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arrow" panose="020B0606020202030204" pitchFamily="34" charset="0"/>
                <a:ea typeface="Franchise" pitchFamily="49" charset="0"/>
                <a:cs typeface="Lato Regular"/>
              </a:defRPr>
            </a:lvl1pPr>
          </a:lstStyle>
          <a:p>
            <a:r>
              <a:rPr lang="es-ES"/>
              <a:t>Sección</a:t>
            </a:r>
            <a:endParaRPr lang="es-CL"/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1A7E95D4-ACFD-403C-821C-50B364792698}"/>
              </a:ext>
            </a:extLst>
          </p:cNvPr>
          <p:cNvGrpSpPr/>
          <p:nvPr userDrawn="1"/>
        </p:nvGrpSpPr>
        <p:grpSpPr>
          <a:xfrm>
            <a:off x="3802494" y="2046496"/>
            <a:ext cx="408745" cy="1866285"/>
            <a:chOff x="3674158" y="2046496"/>
            <a:chExt cx="408745" cy="1866285"/>
          </a:xfrm>
        </p:grpSpPr>
        <p:sp>
          <p:nvSpPr>
            <p:cNvPr id="8" name="Rectángulo 7">
              <a:extLst>
                <a:ext uri="{FF2B5EF4-FFF2-40B4-BE49-F238E27FC236}">
                  <a16:creationId xmlns:a16="http://schemas.microsoft.com/office/drawing/2014/main" id="{AC80A022-4A75-4E64-9177-A1162EE59437}"/>
                </a:ext>
              </a:extLst>
            </p:cNvPr>
            <p:cNvSpPr/>
            <p:nvPr/>
          </p:nvSpPr>
          <p:spPr>
            <a:xfrm>
              <a:off x="3674159" y="2046496"/>
              <a:ext cx="174828" cy="1866285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9" name="Rectángulo 8">
              <a:extLst>
                <a:ext uri="{FF2B5EF4-FFF2-40B4-BE49-F238E27FC236}">
                  <a16:creationId xmlns:a16="http://schemas.microsoft.com/office/drawing/2014/main" id="{77F563F0-EAE6-482D-BCAA-A87117778922}"/>
                </a:ext>
              </a:extLst>
            </p:cNvPr>
            <p:cNvSpPr/>
            <p:nvPr/>
          </p:nvSpPr>
          <p:spPr>
            <a:xfrm rot="16200000">
              <a:off x="3795993" y="1924662"/>
              <a:ext cx="165076" cy="408744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725D5245-B6AD-4A48-BB50-D8892882EA4F}"/>
                </a:ext>
              </a:extLst>
            </p:cNvPr>
            <p:cNvSpPr/>
            <p:nvPr/>
          </p:nvSpPr>
          <p:spPr>
            <a:xfrm rot="16200000">
              <a:off x="3795992" y="3625871"/>
              <a:ext cx="165076" cy="408744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</p:grpSp>
      <p:grpSp>
        <p:nvGrpSpPr>
          <p:cNvPr id="11" name="Grupo 10">
            <a:extLst>
              <a:ext uri="{FF2B5EF4-FFF2-40B4-BE49-F238E27FC236}">
                <a16:creationId xmlns:a16="http://schemas.microsoft.com/office/drawing/2014/main" id="{87FBC3D4-819E-43DF-80CF-0025082E3DD4}"/>
              </a:ext>
            </a:extLst>
          </p:cNvPr>
          <p:cNvGrpSpPr/>
          <p:nvPr userDrawn="1"/>
        </p:nvGrpSpPr>
        <p:grpSpPr>
          <a:xfrm rot="10800000">
            <a:off x="7646681" y="2046496"/>
            <a:ext cx="408745" cy="1866285"/>
            <a:chOff x="3674158" y="2046496"/>
            <a:chExt cx="408745" cy="1866285"/>
          </a:xfrm>
        </p:grpSpPr>
        <p:sp>
          <p:nvSpPr>
            <p:cNvPr id="12" name="Rectángulo 11">
              <a:extLst>
                <a:ext uri="{FF2B5EF4-FFF2-40B4-BE49-F238E27FC236}">
                  <a16:creationId xmlns:a16="http://schemas.microsoft.com/office/drawing/2014/main" id="{10FA06B2-5E6A-41DD-976E-58A9577EDF8D}"/>
                </a:ext>
              </a:extLst>
            </p:cNvPr>
            <p:cNvSpPr/>
            <p:nvPr/>
          </p:nvSpPr>
          <p:spPr>
            <a:xfrm>
              <a:off x="3674159" y="2046496"/>
              <a:ext cx="174828" cy="1866285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3" name="Rectángulo 12">
              <a:extLst>
                <a:ext uri="{FF2B5EF4-FFF2-40B4-BE49-F238E27FC236}">
                  <a16:creationId xmlns:a16="http://schemas.microsoft.com/office/drawing/2014/main" id="{77A0BFB3-E412-4968-B128-50436FFA4D97}"/>
                </a:ext>
              </a:extLst>
            </p:cNvPr>
            <p:cNvSpPr/>
            <p:nvPr/>
          </p:nvSpPr>
          <p:spPr>
            <a:xfrm rot="16200000">
              <a:off x="3795993" y="1924662"/>
              <a:ext cx="165076" cy="408744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4" name="Rectángulo 13">
              <a:extLst>
                <a:ext uri="{FF2B5EF4-FFF2-40B4-BE49-F238E27FC236}">
                  <a16:creationId xmlns:a16="http://schemas.microsoft.com/office/drawing/2014/main" id="{D4D5F35F-5B1C-4EBA-8261-6DBF60858061}"/>
                </a:ext>
              </a:extLst>
            </p:cNvPr>
            <p:cNvSpPr/>
            <p:nvPr/>
          </p:nvSpPr>
          <p:spPr>
            <a:xfrm rot="16200000">
              <a:off x="3795992" y="3625871"/>
              <a:ext cx="165076" cy="408744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</p:grpSp>
    </p:spTree>
    <p:extLst>
      <p:ext uri="{BB962C8B-B14F-4D97-AF65-F5344CB8AC3E}">
        <p14:creationId xmlns:p14="http://schemas.microsoft.com/office/powerpoint/2010/main" val="40214958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eparador - DAE - Admisión_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n 14" descr="Imagen que contiene exterior, edificio, hierba, suelo&#10;&#10;Descripción generada automáticamente">
            <a:extLst>
              <a:ext uri="{FF2B5EF4-FFF2-40B4-BE49-F238E27FC236}">
                <a16:creationId xmlns:a16="http://schemas.microsoft.com/office/drawing/2014/main" id="{262E54AD-01E7-4379-B01F-4C270EB26D9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23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0"/>
            <a:ext cx="12192001" cy="6455393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D15866F0-A7B1-4AAF-ACDA-0E29DAABC9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24797" y="2463348"/>
            <a:ext cx="3608325" cy="1325563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fontAlgn="auto" latinLnBrk="0" hangingPunct="1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 lang="es-CL" sz="66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arrow" panose="020B0606020202030204" pitchFamily="34" charset="0"/>
                <a:ea typeface="Franchise" pitchFamily="49" charset="0"/>
                <a:cs typeface="Lato Regular"/>
              </a:defRPr>
            </a:lvl1pPr>
          </a:lstStyle>
          <a:p>
            <a:r>
              <a:rPr lang="es-ES"/>
              <a:t>Sección</a:t>
            </a:r>
            <a:endParaRPr lang="es-CL"/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1A7E95D4-ACFD-403C-821C-50B364792698}"/>
              </a:ext>
            </a:extLst>
          </p:cNvPr>
          <p:cNvGrpSpPr/>
          <p:nvPr userDrawn="1"/>
        </p:nvGrpSpPr>
        <p:grpSpPr>
          <a:xfrm>
            <a:off x="3802494" y="2046496"/>
            <a:ext cx="408745" cy="1866285"/>
            <a:chOff x="3674158" y="2046496"/>
            <a:chExt cx="408745" cy="1866285"/>
          </a:xfrm>
        </p:grpSpPr>
        <p:sp>
          <p:nvSpPr>
            <p:cNvPr id="8" name="Rectángulo 7">
              <a:extLst>
                <a:ext uri="{FF2B5EF4-FFF2-40B4-BE49-F238E27FC236}">
                  <a16:creationId xmlns:a16="http://schemas.microsoft.com/office/drawing/2014/main" id="{AC80A022-4A75-4E64-9177-A1162EE59437}"/>
                </a:ext>
              </a:extLst>
            </p:cNvPr>
            <p:cNvSpPr/>
            <p:nvPr/>
          </p:nvSpPr>
          <p:spPr>
            <a:xfrm>
              <a:off x="3674159" y="2046496"/>
              <a:ext cx="174828" cy="1866285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9" name="Rectángulo 8">
              <a:extLst>
                <a:ext uri="{FF2B5EF4-FFF2-40B4-BE49-F238E27FC236}">
                  <a16:creationId xmlns:a16="http://schemas.microsoft.com/office/drawing/2014/main" id="{77F563F0-EAE6-482D-BCAA-A87117778922}"/>
                </a:ext>
              </a:extLst>
            </p:cNvPr>
            <p:cNvSpPr/>
            <p:nvPr/>
          </p:nvSpPr>
          <p:spPr>
            <a:xfrm rot="16200000">
              <a:off x="3795993" y="1924662"/>
              <a:ext cx="165076" cy="408744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725D5245-B6AD-4A48-BB50-D8892882EA4F}"/>
                </a:ext>
              </a:extLst>
            </p:cNvPr>
            <p:cNvSpPr/>
            <p:nvPr/>
          </p:nvSpPr>
          <p:spPr>
            <a:xfrm rot="16200000">
              <a:off x="3795992" y="3625871"/>
              <a:ext cx="165076" cy="408744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</p:grpSp>
      <p:grpSp>
        <p:nvGrpSpPr>
          <p:cNvPr id="11" name="Grupo 10">
            <a:extLst>
              <a:ext uri="{FF2B5EF4-FFF2-40B4-BE49-F238E27FC236}">
                <a16:creationId xmlns:a16="http://schemas.microsoft.com/office/drawing/2014/main" id="{87FBC3D4-819E-43DF-80CF-0025082E3DD4}"/>
              </a:ext>
            </a:extLst>
          </p:cNvPr>
          <p:cNvGrpSpPr/>
          <p:nvPr userDrawn="1"/>
        </p:nvGrpSpPr>
        <p:grpSpPr>
          <a:xfrm rot="10800000">
            <a:off x="7646681" y="2046496"/>
            <a:ext cx="408745" cy="1866285"/>
            <a:chOff x="3674158" y="2046496"/>
            <a:chExt cx="408745" cy="1866285"/>
          </a:xfrm>
        </p:grpSpPr>
        <p:sp>
          <p:nvSpPr>
            <p:cNvPr id="12" name="Rectángulo 11">
              <a:extLst>
                <a:ext uri="{FF2B5EF4-FFF2-40B4-BE49-F238E27FC236}">
                  <a16:creationId xmlns:a16="http://schemas.microsoft.com/office/drawing/2014/main" id="{10FA06B2-5E6A-41DD-976E-58A9577EDF8D}"/>
                </a:ext>
              </a:extLst>
            </p:cNvPr>
            <p:cNvSpPr/>
            <p:nvPr/>
          </p:nvSpPr>
          <p:spPr>
            <a:xfrm>
              <a:off x="3674159" y="2046496"/>
              <a:ext cx="174828" cy="1866285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3" name="Rectángulo 12">
              <a:extLst>
                <a:ext uri="{FF2B5EF4-FFF2-40B4-BE49-F238E27FC236}">
                  <a16:creationId xmlns:a16="http://schemas.microsoft.com/office/drawing/2014/main" id="{77A0BFB3-E412-4968-B128-50436FFA4D97}"/>
                </a:ext>
              </a:extLst>
            </p:cNvPr>
            <p:cNvSpPr/>
            <p:nvPr/>
          </p:nvSpPr>
          <p:spPr>
            <a:xfrm rot="16200000">
              <a:off x="3795993" y="1924662"/>
              <a:ext cx="165076" cy="408744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4" name="Rectángulo 13">
              <a:extLst>
                <a:ext uri="{FF2B5EF4-FFF2-40B4-BE49-F238E27FC236}">
                  <a16:creationId xmlns:a16="http://schemas.microsoft.com/office/drawing/2014/main" id="{D4D5F35F-5B1C-4EBA-8261-6DBF60858061}"/>
                </a:ext>
              </a:extLst>
            </p:cNvPr>
            <p:cNvSpPr/>
            <p:nvPr/>
          </p:nvSpPr>
          <p:spPr>
            <a:xfrm rot="16200000">
              <a:off x="3795992" y="3625871"/>
              <a:ext cx="165076" cy="408744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</p:grpSp>
    </p:spTree>
    <p:extLst>
      <p:ext uri="{BB962C8B-B14F-4D97-AF65-F5344CB8AC3E}">
        <p14:creationId xmlns:p14="http://schemas.microsoft.com/office/powerpoint/2010/main" val="395452809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eparador - RS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n 14" descr="Imagen que contiene árbol, persona, exterior, cielo&#10;&#10;Descripción generada automáticamente">
            <a:extLst>
              <a:ext uri="{FF2B5EF4-FFF2-40B4-BE49-F238E27FC236}">
                <a16:creationId xmlns:a16="http://schemas.microsoft.com/office/drawing/2014/main" id="{9CD0328D-40CF-41A1-954E-736AF5077A9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23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6200000" flipH="1">
            <a:off x="2875129" y="-2875128"/>
            <a:ext cx="6441742" cy="12192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D15866F0-A7B1-4AAF-ACDA-0E29DAABC9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24797" y="2463348"/>
            <a:ext cx="3608325" cy="1325563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fontAlgn="auto" latinLnBrk="0" hangingPunct="1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 lang="es-CL" sz="66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arrow" panose="020B0606020202030204" pitchFamily="34" charset="0"/>
                <a:ea typeface="Franchise" pitchFamily="49" charset="0"/>
                <a:cs typeface="Lato Regular"/>
              </a:defRPr>
            </a:lvl1pPr>
          </a:lstStyle>
          <a:p>
            <a:r>
              <a:rPr lang="es-ES"/>
              <a:t>Sección</a:t>
            </a:r>
            <a:endParaRPr lang="es-CL"/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1A7E95D4-ACFD-403C-821C-50B364792698}"/>
              </a:ext>
            </a:extLst>
          </p:cNvPr>
          <p:cNvGrpSpPr/>
          <p:nvPr userDrawn="1"/>
        </p:nvGrpSpPr>
        <p:grpSpPr>
          <a:xfrm>
            <a:off x="3802494" y="2046496"/>
            <a:ext cx="408745" cy="1866285"/>
            <a:chOff x="3674158" y="2046496"/>
            <a:chExt cx="408745" cy="1866285"/>
          </a:xfrm>
        </p:grpSpPr>
        <p:sp>
          <p:nvSpPr>
            <p:cNvPr id="8" name="Rectángulo 7">
              <a:extLst>
                <a:ext uri="{FF2B5EF4-FFF2-40B4-BE49-F238E27FC236}">
                  <a16:creationId xmlns:a16="http://schemas.microsoft.com/office/drawing/2014/main" id="{AC80A022-4A75-4E64-9177-A1162EE59437}"/>
                </a:ext>
              </a:extLst>
            </p:cNvPr>
            <p:cNvSpPr/>
            <p:nvPr/>
          </p:nvSpPr>
          <p:spPr>
            <a:xfrm>
              <a:off x="3674159" y="2046496"/>
              <a:ext cx="174828" cy="1866285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9" name="Rectángulo 8">
              <a:extLst>
                <a:ext uri="{FF2B5EF4-FFF2-40B4-BE49-F238E27FC236}">
                  <a16:creationId xmlns:a16="http://schemas.microsoft.com/office/drawing/2014/main" id="{77F563F0-EAE6-482D-BCAA-A87117778922}"/>
                </a:ext>
              </a:extLst>
            </p:cNvPr>
            <p:cNvSpPr/>
            <p:nvPr/>
          </p:nvSpPr>
          <p:spPr>
            <a:xfrm rot="16200000">
              <a:off x="3795993" y="1924662"/>
              <a:ext cx="165076" cy="408744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725D5245-B6AD-4A48-BB50-D8892882EA4F}"/>
                </a:ext>
              </a:extLst>
            </p:cNvPr>
            <p:cNvSpPr/>
            <p:nvPr/>
          </p:nvSpPr>
          <p:spPr>
            <a:xfrm rot="16200000">
              <a:off x="3795992" y="3625871"/>
              <a:ext cx="165076" cy="408744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</p:grpSp>
      <p:grpSp>
        <p:nvGrpSpPr>
          <p:cNvPr id="11" name="Grupo 10">
            <a:extLst>
              <a:ext uri="{FF2B5EF4-FFF2-40B4-BE49-F238E27FC236}">
                <a16:creationId xmlns:a16="http://schemas.microsoft.com/office/drawing/2014/main" id="{87FBC3D4-819E-43DF-80CF-0025082E3DD4}"/>
              </a:ext>
            </a:extLst>
          </p:cNvPr>
          <p:cNvGrpSpPr/>
          <p:nvPr userDrawn="1"/>
        </p:nvGrpSpPr>
        <p:grpSpPr>
          <a:xfrm rot="10800000">
            <a:off x="7646681" y="2046496"/>
            <a:ext cx="408745" cy="1866285"/>
            <a:chOff x="3674158" y="2046496"/>
            <a:chExt cx="408745" cy="1866285"/>
          </a:xfrm>
        </p:grpSpPr>
        <p:sp>
          <p:nvSpPr>
            <p:cNvPr id="12" name="Rectángulo 11">
              <a:extLst>
                <a:ext uri="{FF2B5EF4-FFF2-40B4-BE49-F238E27FC236}">
                  <a16:creationId xmlns:a16="http://schemas.microsoft.com/office/drawing/2014/main" id="{10FA06B2-5E6A-41DD-976E-58A9577EDF8D}"/>
                </a:ext>
              </a:extLst>
            </p:cNvPr>
            <p:cNvSpPr/>
            <p:nvPr/>
          </p:nvSpPr>
          <p:spPr>
            <a:xfrm>
              <a:off x="3674159" y="2046496"/>
              <a:ext cx="174828" cy="1866285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3" name="Rectángulo 12">
              <a:extLst>
                <a:ext uri="{FF2B5EF4-FFF2-40B4-BE49-F238E27FC236}">
                  <a16:creationId xmlns:a16="http://schemas.microsoft.com/office/drawing/2014/main" id="{77A0BFB3-E412-4968-B128-50436FFA4D97}"/>
                </a:ext>
              </a:extLst>
            </p:cNvPr>
            <p:cNvSpPr/>
            <p:nvPr/>
          </p:nvSpPr>
          <p:spPr>
            <a:xfrm rot="16200000">
              <a:off x="3795993" y="1924662"/>
              <a:ext cx="165076" cy="408744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4" name="Rectángulo 13">
              <a:extLst>
                <a:ext uri="{FF2B5EF4-FFF2-40B4-BE49-F238E27FC236}">
                  <a16:creationId xmlns:a16="http://schemas.microsoft.com/office/drawing/2014/main" id="{D4D5F35F-5B1C-4EBA-8261-6DBF60858061}"/>
                </a:ext>
              </a:extLst>
            </p:cNvPr>
            <p:cNvSpPr/>
            <p:nvPr/>
          </p:nvSpPr>
          <p:spPr>
            <a:xfrm rot="16200000">
              <a:off x="3795992" y="3625871"/>
              <a:ext cx="165076" cy="408744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</p:grpSp>
    </p:spTree>
    <p:extLst>
      <p:ext uri="{BB962C8B-B14F-4D97-AF65-F5344CB8AC3E}">
        <p14:creationId xmlns:p14="http://schemas.microsoft.com/office/powerpoint/2010/main" val="234913694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eparador - RSU_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n 14" descr="Imagen que contiene árbol, exterior&#10;&#10;Descripción generada automáticamente">
            <a:extLst>
              <a:ext uri="{FF2B5EF4-FFF2-40B4-BE49-F238E27FC236}">
                <a16:creationId xmlns:a16="http://schemas.microsoft.com/office/drawing/2014/main" id="{383528E8-3B02-4144-A2CE-6D768B0A520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23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-1" y="0"/>
            <a:ext cx="12191998" cy="6469039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D15866F0-A7B1-4AAF-ACDA-0E29DAABC9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24797" y="2463348"/>
            <a:ext cx="3608325" cy="1325563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fontAlgn="auto" latinLnBrk="0" hangingPunct="1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 lang="es-CL" sz="66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arrow" panose="020B0606020202030204" pitchFamily="34" charset="0"/>
                <a:ea typeface="Franchise" pitchFamily="49" charset="0"/>
                <a:cs typeface="Lato Regular"/>
              </a:defRPr>
            </a:lvl1pPr>
          </a:lstStyle>
          <a:p>
            <a:r>
              <a:rPr lang="es-ES"/>
              <a:t>Sección</a:t>
            </a:r>
            <a:endParaRPr lang="es-CL"/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1A7E95D4-ACFD-403C-821C-50B364792698}"/>
              </a:ext>
            </a:extLst>
          </p:cNvPr>
          <p:cNvGrpSpPr/>
          <p:nvPr userDrawn="1"/>
        </p:nvGrpSpPr>
        <p:grpSpPr>
          <a:xfrm>
            <a:off x="3802494" y="2046496"/>
            <a:ext cx="408745" cy="1866285"/>
            <a:chOff x="3674158" y="2046496"/>
            <a:chExt cx="408745" cy="1866285"/>
          </a:xfrm>
        </p:grpSpPr>
        <p:sp>
          <p:nvSpPr>
            <p:cNvPr id="8" name="Rectángulo 7">
              <a:extLst>
                <a:ext uri="{FF2B5EF4-FFF2-40B4-BE49-F238E27FC236}">
                  <a16:creationId xmlns:a16="http://schemas.microsoft.com/office/drawing/2014/main" id="{AC80A022-4A75-4E64-9177-A1162EE59437}"/>
                </a:ext>
              </a:extLst>
            </p:cNvPr>
            <p:cNvSpPr/>
            <p:nvPr/>
          </p:nvSpPr>
          <p:spPr>
            <a:xfrm>
              <a:off x="3674159" y="2046496"/>
              <a:ext cx="174828" cy="1866285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9" name="Rectángulo 8">
              <a:extLst>
                <a:ext uri="{FF2B5EF4-FFF2-40B4-BE49-F238E27FC236}">
                  <a16:creationId xmlns:a16="http://schemas.microsoft.com/office/drawing/2014/main" id="{77F563F0-EAE6-482D-BCAA-A87117778922}"/>
                </a:ext>
              </a:extLst>
            </p:cNvPr>
            <p:cNvSpPr/>
            <p:nvPr/>
          </p:nvSpPr>
          <p:spPr>
            <a:xfrm rot="16200000">
              <a:off x="3795993" y="1924662"/>
              <a:ext cx="165076" cy="408744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725D5245-B6AD-4A48-BB50-D8892882EA4F}"/>
                </a:ext>
              </a:extLst>
            </p:cNvPr>
            <p:cNvSpPr/>
            <p:nvPr/>
          </p:nvSpPr>
          <p:spPr>
            <a:xfrm rot="16200000">
              <a:off x="3795992" y="3625871"/>
              <a:ext cx="165076" cy="408744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</p:grpSp>
      <p:grpSp>
        <p:nvGrpSpPr>
          <p:cNvPr id="11" name="Grupo 10">
            <a:extLst>
              <a:ext uri="{FF2B5EF4-FFF2-40B4-BE49-F238E27FC236}">
                <a16:creationId xmlns:a16="http://schemas.microsoft.com/office/drawing/2014/main" id="{87FBC3D4-819E-43DF-80CF-0025082E3DD4}"/>
              </a:ext>
            </a:extLst>
          </p:cNvPr>
          <p:cNvGrpSpPr/>
          <p:nvPr userDrawn="1"/>
        </p:nvGrpSpPr>
        <p:grpSpPr>
          <a:xfrm rot="10800000">
            <a:off x="7646681" y="2046496"/>
            <a:ext cx="408745" cy="1866285"/>
            <a:chOff x="3674158" y="2046496"/>
            <a:chExt cx="408745" cy="1866285"/>
          </a:xfrm>
        </p:grpSpPr>
        <p:sp>
          <p:nvSpPr>
            <p:cNvPr id="12" name="Rectángulo 11">
              <a:extLst>
                <a:ext uri="{FF2B5EF4-FFF2-40B4-BE49-F238E27FC236}">
                  <a16:creationId xmlns:a16="http://schemas.microsoft.com/office/drawing/2014/main" id="{10FA06B2-5E6A-41DD-976E-58A9577EDF8D}"/>
                </a:ext>
              </a:extLst>
            </p:cNvPr>
            <p:cNvSpPr/>
            <p:nvPr/>
          </p:nvSpPr>
          <p:spPr>
            <a:xfrm>
              <a:off x="3674159" y="2046496"/>
              <a:ext cx="174828" cy="1866285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3" name="Rectángulo 12">
              <a:extLst>
                <a:ext uri="{FF2B5EF4-FFF2-40B4-BE49-F238E27FC236}">
                  <a16:creationId xmlns:a16="http://schemas.microsoft.com/office/drawing/2014/main" id="{77A0BFB3-E412-4968-B128-50436FFA4D97}"/>
                </a:ext>
              </a:extLst>
            </p:cNvPr>
            <p:cNvSpPr/>
            <p:nvPr/>
          </p:nvSpPr>
          <p:spPr>
            <a:xfrm rot="16200000">
              <a:off x="3795993" y="1924662"/>
              <a:ext cx="165076" cy="408744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4" name="Rectángulo 13">
              <a:extLst>
                <a:ext uri="{FF2B5EF4-FFF2-40B4-BE49-F238E27FC236}">
                  <a16:creationId xmlns:a16="http://schemas.microsoft.com/office/drawing/2014/main" id="{D4D5F35F-5B1C-4EBA-8261-6DBF60858061}"/>
                </a:ext>
              </a:extLst>
            </p:cNvPr>
            <p:cNvSpPr/>
            <p:nvPr/>
          </p:nvSpPr>
          <p:spPr>
            <a:xfrm rot="16200000">
              <a:off x="3795992" y="3625871"/>
              <a:ext cx="165076" cy="408744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</p:grpSp>
    </p:spTree>
    <p:extLst>
      <p:ext uri="{BB962C8B-B14F-4D97-AF65-F5344CB8AC3E}">
        <p14:creationId xmlns:p14="http://schemas.microsoft.com/office/powerpoint/2010/main" val="20893474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eparador - Casa Autóno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n 15" descr="Imagen que contiene edificio, exterior, cielo, árbol&#10;&#10;Descripción generada automáticamente">
            <a:extLst>
              <a:ext uri="{FF2B5EF4-FFF2-40B4-BE49-F238E27FC236}">
                <a16:creationId xmlns:a16="http://schemas.microsoft.com/office/drawing/2014/main" id="{7922E78E-6ACB-4A4E-A6A5-379E35E0289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23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455391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D15866F0-A7B1-4AAF-ACDA-0E29DAABC9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24797" y="2463348"/>
            <a:ext cx="3608325" cy="1325563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fontAlgn="auto" latinLnBrk="0" hangingPunct="1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 lang="es-CL" sz="66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arrow" panose="020B0606020202030204" pitchFamily="34" charset="0"/>
                <a:ea typeface="Franchise" pitchFamily="49" charset="0"/>
                <a:cs typeface="Lato Regular"/>
              </a:defRPr>
            </a:lvl1pPr>
          </a:lstStyle>
          <a:p>
            <a:r>
              <a:rPr lang="es-ES"/>
              <a:t>Sección</a:t>
            </a:r>
            <a:endParaRPr lang="es-CL"/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1A7E95D4-ACFD-403C-821C-50B364792698}"/>
              </a:ext>
            </a:extLst>
          </p:cNvPr>
          <p:cNvGrpSpPr/>
          <p:nvPr userDrawn="1"/>
        </p:nvGrpSpPr>
        <p:grpSpPr>
          <a:xfrm>
            <a:off x="3802494" y="2046496"/>
            <a:ext cx="408745" cy="1866285"/>
            <a:chOff x="3674158" y="2046496"/>
            <a:chExt cx="408745" cy="1866285"/>
          </a:xfrm>
        </p:grpSpPr>
        <p:sp>
          <p:nvSpPr>
            <p:cNvPr id="8" name="Rectángulo 7">
              <a:extLst>
                <a:ext uri="{FF2B5EF4-FFF2-40B4-BE49-F238E27FC236}">
                  <a16:creationId xmlns:a16="http://schemas.microsoft.com/office/drawing/2014/main" id="{AC80A022-4A75-4E64-9177-A1162EE59437}"/>
                </a:ext>
              </a:extLst>
            </p:cNvPr>
            <p:cNvSpPr/>
            <p:nvPr/>
          </p:nvSpPr>
          <p:spPr>
            <a:xfrm>
              <a:off x="3674159" y="2046496"/>
              <a:ext cx="174828" cy="1866285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9" name="Rectángulo 8">
              <a:extLst>
                <a:ext uri="{FF2B5EF4-FFF2-40B4-BE49-F238E27FC236}">
                  <a16:creationId xmlns:a16="http://schemas.microsoft.com/office/drawing/2014/main" id="{77F563F0-EAE6-482D-BCAA-A87117778922}"/>
                </a:ext>
              </a:extLst>
            </p:cNvPr>
            <p:cNvSpPr/>
            <p:nvPr/>
          </p:nvSpPr>
          <p:spPr>
            <a:xfrm rot="16200000">
              <a:off x="3795993" y="1924662"/>
              <a:ext cx="165076" cy="408744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725D5245-B6AD-4A48-BB50-D8892882EA4F}"/>
                </a:ext>
              </a:extLst>
            </p:cNvPr>
            <p:cNvSpPr/>
            <p:nvPr/>
          </p:nvSpPr>
          <p:spPr>
            <a:xfrm rot="16200000">
              <a:off x="3795992" y="3625871"/>
              <a:ext cx="165076" cy="408744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</p:grpSp>
      <p:grpSp>
        <p:nvGrpSpPr>
          <p:cNvPr id="11" name="Grupo 10">
            <a:extLst>
              <a:ext uri="{FF2B5EF4-FFF2-40B4-BE49-F238E27FC236}">
                <a16:creationId xmlns:a16="http://schemas.microsoft.com/office/drawing/2014/main" id="{87FBC3D4-819E-43DF-80CF-0025082E3DD4}"/>
              </a:ext>
            </a:extLst>
          </p:cNvPr>
          <p:cNvGrpSpPr/>
          <p:nvPr userDrawn="1"/>
        </p:nvGrpSpPr>
        <p:grpSpPr>
          <a:xfrm rot="10800000">
            <a:off x="7646681" y="2046496"/>
            <a:ext cx="408745" cy="1866285"/>
            <a:chOff x="3674158" y="2046496"/>
            <a:chExt cx="408745" cy="1866285"/>
          </a:xfrm>
        </p:grpSpPr>
        <p:sp>
          <p:nvSpPr>
            <p:cNvPr id="12" name="Rectángulo 11">
              <a:extLst>
                <a:ext uri="{FF2B5EF4-FFF2-40B4-BE49-F238E27FC236}">
                  <a16:creationId xmlns:a16="http://schemas.microsoft.com/office/drawing/2014/main" id="{10FA06B2-5E6A-41DD-976E-58A9577EDF8D}"/>
                </a:ext>
              </a:extLst>
            </p:cNvPr>
            <p:cNvSpPr/>
            <p:nvPr/>
          </p:nvSpPr>
          <p:spPr>
            <a:xfrm>
              <a:off x="3674159" y="2046496"/>
              <a:ext cx="174828" cy="1866285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3" name="Rectángulo 12">
              <a:extLst>
                <a:ext uri="{FF2B5EF4-FFF2-40B4-BE49-F238E27FC236}">
                  <a16:creationId xmlns:a16="http://schemas.microsoft.com/office/drawing/2014/main" id="{77A0BFB3-E412-4968-B128-50436FFA4D97}"/>
                </a:ext>
              </a:extLst>
            </p:cNvPr>
            <p:cNvSpPr/>
            <p:nvPr/>
          </p:nvSpPr>
          <p:spPr>
            <a:xfrm rot="16200000">
              <a:off x="3795993" y="1924662"/>
              <a:ext cx="165076" cy="408744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4" name="Rectángulo 13">
              <a:extLst>
                <a:ext uri="{FF2B5EF4-FFF2-40B4-BE49-F238E27FC236}">
                  <a16:creationId xmlns:a16="http://schemas.microsoft.com/office/drawing/2014/main" id="{D4D5F35F-5B1C-4EBA-8261-6DBF60858061}"/>
                </a:ext>
              </a:extLst>
            </p:cNvPr>
            <p:cNvSpPr/>
            <p:nvPr/>
          </p:nvSpPr>
          <p:spPr>
            <a:xfrm rot="16200000">
              <a:off x="3795992" y="3625871"/>
              <a:ext cx="165076" cy="408744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</p:grpSp>
    </p:spTree>
    <p:extLst>
      <p:ext uri="{BB962C8B-B14F-4D97-AF65-F5344CB8AC3E}">
        <p14:creationId xmlns:p14="http://schemas.microsoft.com/office/powerpoint/2010/main" val="16427582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ñetas + eleme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829CD591-D902-4D82-98AC-A30504C50E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29389"/>
            <a:ext cx="10515600" cy="739854"/>
          </a:xfrm>
          <a:prstGeom prst="rect">
            <a:avLst/>
          </a:prstGeom>
        </p:spPr>
        <p:txBody>
          <a:bodyPr/>
          <a:lstStyle>
            <a:lvl1pPr marL="0" indent="0" algn="l" defTabSz="914400" rtl="0" eaLnBrk="1" fontAlgn="auto" latinLnBrk="0" hangingPunct="1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 lang="es-CL" sz="44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arrow" panose="020B0606020202030204" pitchFamily="34" charset="0"/>
                <a:ea typeface="Franchise" pitchFamily="49" charset="0"/>
                <a:cs typeface="Arial" panose="020B0604020202020204" pitchFamily="34" charset="0"/>
              </a:defRPr>
            </a:lvl1pPr>
          </a:lstStyle>
          <a:p>
            <a:r>
              <a:rPr lang="es-ES"/>
              <a:t>AGREGAR TÍTULO DE SECCIÓN</a:t>
            </a:r>
            <a:endParaRPr lang="es-CL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2083CAB1-09BA-4665-9A65-6C22B58A6184}"/>
              </a:ext>
            </a:extLst>
          </p:cNvPr>
          <p:cNvSpPr/>
          <p:nvPr userDrawn="1"/>
        </p:nvSpPr>
        <p:spPr>
          <a:xfrm>
            <a:off x="0" y="423081"/>
            <a:ext cx="559558" cy="84616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8" name="Marcador de texto 2">
            <a:extLst>
              <a:ext uri="{FF2B5EF4-FFF2-40B4-BE49-F238E27FC236}">
                <a16:creationId xmlns:a16="http://schemas.microsoft.com/office/drawing/2014/main" id="{149EA118-A4DC-4106-8794-3761B90A2B4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1694335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 algn="l" defTabSz="1371691" rtl="0" eaLnBrk="1" latinLnBrk="0" hangingPunct="1">
              <a:buNone/>
              <a:defRPr lang="es-ES" sz="2800" b="1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6020202030204" pitchFamily="34" charset="0"/>
                <a:ea typeface="Open Sans Light" panose="020B0306030504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ingresar subtítulo</a:t>
            </a:r>
          </a:p>
        </p:txBody>
      </p:sp>
      <p:sp>
        <p:nvSpPr>
          <p:cNvPr id="9" name="Marcador de contenido 3">
            <a:extLst>
              <a:ext uri="{FF2B5EF4-FFF2-40B4-BE49-F238E27FC236}">
                <a16:creationId xmlns:a16="http://schemas.microsoft.com/office/drawing/2014/main" id="{5BB7635B-8E6A-4170-8551-E18E1DDEFA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2812101"/>
            <a:ext cx="5157787" cy="3324004"/>
          </a:xfrm>
          <a:prstGeom prst="rect">
            <a:avLst/>
          </a:prstGeom>
        </p:spPr>
        <p:txBody>
          <a:bodyPr/>
          <a:lstStyle>
            <a:lvl1pPr marL="342900" indent="-342900" algn="l" defTabSz="1371691" rtl="0" eaLnBrk="1" latinLnBrk="0" hangingPunct="1">
              <a:buClr>
                <a:srgbClr val="FF0000"/>
              </a:buClr>
              <a:buFont typeface="Wingdings" panose="05000000000000000000" pitchFamily="2" charset="2"/>
              <a:buChar char="§"/>
              <a:defRPr lang="es-ES" sz="2200" b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Open Sans Light" panose="020B0306030504020204" pitchFamily="34" charset="0"/>
                <a:cs typeface="Arial" panose="020B0604020202020204" pitchFamily="34" charset="0"/>
              </a:defRPr>
            </a:lvl1pPr>
            <a:lvl2pPr marL="342900" indent="-342900" algn="l" defTabSz="1371691" rtl="0" eaLnBrk="1" latinLnBrk="0" hangingPunct="1">
              <a:buClr>
                <a:srgbClr val="FF0000"/>
              </a:buClr>
              <a:buFont typeface="Wingdings" panose="05000000000000000000" pitchFamily="2" charset="2"/>
              <a:buChar char="§"/>
              <a:defRPr lang="es-ES" sz="2200" b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Open Sans Light" panose="020B0306030504020204" pitchFamily="34" charset="0"/>
                <a:cs typeface="Arial" panose="020B0604020202020204" pitchFamily="34" charset="0"/>
              </a:defRPr>
            </a:lvl2pPr>
            <a:lvl4pPr marL="1371600" indent="0">
              <a:buNone/>
              <a:defRPr/>
            </a:lvl4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</p:txBody>
      </p:sp>
    </p:spTree>
    <p:extLst>
      <p:ext uri="{BB962C8B-B14F-4D97-AF65-F5344CB8AC3E}">
        <p14:creationId xmlns:p14="http://schemas.microsoft.com/office/powerpoint/2010/main" val="318371231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jemplo fotografía El Llan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1">
            <a:extLst>
              <a:ext uri="{FF2B5EF4-FFF2-40B4-BE49-F238E27FC236}">
                <a16:creationId xmlns:a16="http://schemas.microsoft.com/office/drawing/2014/main" id="{01DC0D36-185B-4A2F-97A3-566F51FF03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29389"/>
            <a:ext cx="10515600" cy="739854"/>
          </a:xfrm>
          <a:prstGeom prst="rect">
            <a:avLst/>
          </a:prstGeom>
        </p:spPr>
        <p:txBody>
          <a:bodyPr/>
          <a:lstStyle>
            <a:lvl1pPr marL="0" indent="0" algn="l" defTabSz="914400" rtl="0" eaLnBrk="1" fontAlgn="auto" latinLnBrk="0" hangingPunct="1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 lang="es-CL" sz="44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arrow" panose="020B0606020202030204" pitchFamily="34" charset="0"/>
                <a:ea typeface="Franchise" pitchFamily="49" charset="0"/>
                <a:cs typeface="Arial" panose="020B0604020202020204" pitchFamily="34" charset="0"/>
              </a:defRPr>
            </a:lvl1pPr>
          </a:lstStyle>
          <a:p>
            <a:r>
              <a:rPr lang="es-ES"/>
              <a:t>AGREGAR TÍTULO DE SECCIÓN</a:t>
            </a:r>
            <a:endParaRPr lang="es-CL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50E50584-4006-41A6-9393-31641171FCAB}"/>
              </a:ext>
            </a:extLst>
          </p:cNvPr>
          <p:cNvSpPr/>
          <p:nvPr userDrawn="1"/>
        </p:nvSpPr>
        <p:spPr>
          <a:xfrm>
            <a:off x="0" y="423081"/>
            <a:ext cx="559558" cy="84616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1" name="Marcador de texto 2">
            <a:extLst>
              <a:ext uri="{FF2B5EF4-FFF2-40B4-BE49-F238E27FC236}">
                <a16:creationId xmlns:a16="http://schemas.microsoft.com/office/drawing/2014/main" id="{3585BF73-F6D0-4504-9C0E-EB1D64471CA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1694335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 algn="l" defTabSz="1371691" rtl="0" eaLnBrk="1" latinLnBrk="0" hangingPunct="1">
              <a:buNone/>
              <a:defRPr lang="es-ES" sz="2800" b="1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6020202030204" pitchFamily="34" charset="0"/>
                <a:ea typeface="Open Sans Light" panose="020B0306030504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ingresar subtítulo</a:t>
            </a:r>
          </a:p>
        </p:txBody>
      </p:sp>
      <p:sp>
        <p:nvSpPr>
          <p:cNvPr id="12" name="Marcador de contenido 3">
            <a:extLst>
              <a:ext uri="{FF2B5EF4-FFF2-40B4-BE49-F238E27FC236}">
                <a16:creationId xmlns:a16="http://schemas.microsoft.com/office/drawing/2014/main" id="{629AEB79-5349-4D8E-A9F0-1CDAE07C41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2812101"/>
            <a:ext cx="5157787" cy="3324004"/>
          </a:xfrm>
          <a:prstGeom prst="rect">
            <a:avLst/>
          </a:prstGeom>
        </p:spPr>
        <p:txBody>
          <a:bodyPr/>
          <a:lstStyle>
            <a:lvl1pPr marL="342900" indent="-342900" algn="l" defTabSz="1371691" rtl="0" eaLnBrk="1" latinLnBrk="0" hangingPunct="1">
              <a:buClr>
                <a:srgbClr val="FF0000"/>
              </a:buClr>
              <a:buFont typeface="Wingdings" panose="05000000000000000000" pitchFamily="2" charset="2"/>
              <a:buChar char="§"/>
              <a:defRPr lang="es-ES" sz="2200" b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Open Sans Light" panose="020B0306030504020204" pitchFamily="34" charset="0"/>
                <a:cs typeface="Arial" panose="020B0604020202020204" pitchFamily="34" charset="0"/>
              </a:defRPr>
            </a:lvl1pPr>
            <a:lvl2pPr marL="342900" indent="-342900" algn="l" defTabSz="1371691" rtl="0" eaLnBrk="1" latinLnBrk="0" hangingPunct="1">
              <a:buClr>
                <a:srgbClr val="FF0000"/>
              </a:buClr>
              <a:buFont typeface="Wingdings" panose="05000000000000000000" pitchFamily="2" charset="2"/>
              <a:buChar char="§"/>
              <a:defRPr lang="es-ES" sz="2200" b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Open Sans Light" panose="020B0306030504020204" pitchFamily="34" charset="0"/>
                <a:cs typeface="Arial" panose="020B0604020202020204" pitchFamily="34" charset="0"/>
              </a:defRPr>
            </a:lvl2pPr>
            <a:lvl4pPr marL="1371600" indent="0">
              <a:buNone/>
              <a:defRPr/>
            </a:lvl4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</p:txBody>
      </p:sp>
      <p:pic>
        <p:nvPicPr>
          <p:cNvPr id="13" name="Imagen 12" descr="Imagen que contiene edificio, cielo, exterior, árbol&#10;&#10;Descripción generada automáticamente">
            <a:extLst>
              <a:ext uri="{FF2B5EF4-FFF2-40B4-BE49-F238E27FC236}">
                <a16:creationId xmlns:a16="http://schemas.microsoft.com/office/drawing/2014/main" id="{2AFDADFA-31A1-4F9D-B8F0-49DB83C470B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713621" y="1694335"/>
            <a:ext cx="4640179" cy="4441770"/>
          </a:xfrm>
          <a:prstGeom prst="rect">
            <a:avLst/>
          </a:prstGeom>
          <a:ln w="38100" cap="sq">
            <a:solidFill>
              <a:schemeClr val="bg1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640183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jemplo fotografía Casa Autóno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1">
            <a:extLst>
              <a:ext uri="{FF2B5EF4-FFF2-40B4-BE49-F238E27FC236}">
                <a16:creationId xmlns:a16="http://schemas.microsoft.com/office/drawing/2014/main" id="{01DC0D36-185B-4A2F-97A3-566F51FF03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29389"/>
            <a:ext cx="10515600" cy="739854"/>
          </a:xfrm>
          <a:prstGeom prst="rect">
            <a:avLst/>
          </a:prstGeom>
        </p:spPr>
        <p:txBody>
          <a:bodyPr/>
          <a:lstStyle>
            <a:lvl1pPr marL="0" indent="0" algn="l" defTabSz="914400" rtl="0" eaLnBrk="1" fontAlgn="auto" latinLnBrk="0" hangingPunct="1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 lang="es-CL" sz="44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arrow" panose="020B0606020202030204" pitchFamily="34" charset="0"/>
                <a:ea typeface="Franchise" pitchFamily="49" charset="0"/>
                <a:cs typeface="Arial" panose="020B0604020202020204" pitchFamily="34" charset="0"/>
              </a:defRPr>
            </a:lvl1pPr>
          </a:lstStyle>
          <a:p>
            <a:r>
              <a:rPr lang="es-ES"/>
              <a:t>AGREGAR TÍTULO DE SECCIÓN</a:t>
            </a:r>
            <a:endParaRPr lang="es-CL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50E50584-4006-41A6-9393-31641171FCAB}"/>
              </a:ext>
            </a:extLst>
          </p:cNvPr>
          <p:cNvSpPr/>
          <p:nvPr userDrawn="1"/>
        </p:nvSpPr>
        <p:spPr>
          <a:xfrm>
            <a:off x="0" y="423081"/>
            <a:ext cx="559558" cy="84616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1" name="Marcador de texto 2">
            <a:extLst>
              <a:ext uri="{FF2B5EF4-FFF2-40B4-BE49-F238E27FC236}">
                <a16:creationId xmlns:a16="http://schemas.microsoft.com/office/drawing/2014/main" id="{3585BF73-F6D0-4504-9C0E-EB1D64471CA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1694335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 algn="l" defTabSz="1371691" rtl="0" eaLnBrk="1" latinLnBrk="0" hangingPunct="1">
              <a:buNone/>
              <a:defRPr lang="es-ES" sz="2800" b="1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6020202030204" pitchFamily="34" charset="0"/>
                <a:ea typeface="Open Sans Light" panose="020B0306030504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ingresar subtítulo</a:t>
            </a:r>
          </a:p>
        </p:txBody>
      </p:sp>
      <p:sp>
        <p:nvSpPr>
          <p:cNvPr id="12" name="Marcador de contenido 3">
            <a:extLst>
              <a:ext uri="{FF2B5EF4-FFF2-40B4-BE49-F238E27FC236}">
                <a16:creationId xmlns:a16="http://schemas.microsoft.com/office/drawing/2014/main" id="{629AEB79-5349-4D8E-A9F0-1CDAE07C41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2812101"/>
            <a:ext cx="5157787" cy="3324004"/>
          </a:xfrm>
          <a:prstGeom prst="rect">
            <a:avLst/>
          </a:prstGeom>
        </p:spPr>
        <p:txBody>
          <a:bodyPr/>
          <a:lstStyle>
            <a:lvl1pPr marL="342900" indent="-342900" algn="l" defTabSz="1371691" rtl="0" eaLnBrk="1" latinLnBrk="0" hangingPunct="1">
              <a:buClr>
                <a:srgbClr val="FF0000"/>
              </a:buClr>
              <a:buFont typeface="Wingdings" panose="05000000000000000000" pitchFamily="2" charset="2"/>
              <a:buChar char="§"/>
              <a:defRPr lang="es-ES" sz="2200" b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Open Sans Light" panose="020B0306030504020204" pitchFamily="34" charset="0"/>
                <a:cs typeface="Arial" panose="020B0604020202020204" pitchFamily="34" charset="0"/>
              </a:defRPr>
            </a:lvl1pPr>
            <a:lvl2pPr marL="342900" indent="-342900" algn="l" defTabSz="1371691" rtl="0" eaLnBrk="1" latinLnBrk="0" hangingPunct="1">
              <a:buClr>
                <a:srgbClr val="FF0000"/>
              </a:buClr>
              <a:buFont typeface="Wingdings" panose="05000000000000000000" pitchFamily="2" charset="2"/>
              <a:buChar char="§"/>
              <a:defRPr lang="es-ES" sz="2200" b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Open Sans Light" panose="020B0306030504020204" pitchFamily="34" charset="0"/>
                <a:cs typeface="Arial" panose="020B0604020202020204" pitchFamily="34" charset="0"/>
              </a:defRPr>
            </a:lvl2pPr>
            <a:lvl4pPr marL="1371600" indent="0">
              <a:buNone/>
              <a:defRPr/>
            </a:lvl4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</p:txBody>
      </p:sp>
      <p:pic>
        <p:nvPicPr>
          <p:cNvPr id="5" name="Imagen 4" descr="Imagen que contiene edificio, exterior, cielo, árbol&#10;&#10;Descripción generada automáticamente">
            <a:extLst>
              <a:ext uri="{FF2B5EF4-FFF2-40B4-BE49-F238E27FC236}">
                <a16:creationId xmlns:a16="http://schemas.microsoft.com/office/drawing/2014/main" id="{8093A4F8-C17B-443B-9E98-ACC5CDCFEC8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713621" y="1701969"/>
            <a:ext cx="4640179" cy="4434136"/>
          </a:xfrm>
          <a:prstGeom prst="rect">
            <a:avLst/>
          </a:prstGeom>
          <a:ln w="38100" cap="sq">
            <a:solidFill>
              <a:schemeClr val="bg1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9870145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er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BCE4F1FB-DF93-4F38-A051-7D9C1B2B3D47}"/>
              </a:ext>
            </a:extLst>
          </p:cNvPr>
          <p:cNvSpPr/>
          <p:nvPr userDrawn="1"/>
        </p:nvSpPr>
        <p:spPr>
          <a:xfrm>
            <a:off x="0" y="0"/>
            <a:ext cx="12192000" cy="646730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D2B8574-98EB-465D-8DE0-D797A1BD200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02531" y="3055308"/>
            <a:ext cx="6025341" cy="921956"/>
          </a:xfrm>
          <a:prstGeom prst="rect">
            <a:avLst/>
          </a:prstGeom>
        </p:spPr>
        <p:txBody>
          <a:bodyPr/>
          <a:lstStyle>
            <a:lvl1pPr algn="r">
              <a:defRPr sz="4800" b="1">
                <a:solidFill>
                  <a:schemeClr val="bg1"/>
                </a:solidFill>
                <a:latin typeface="Arial Narrow" panose="020B0606020202030204" pitchFamily="34" charset="0"/>
              </a:defRPr>
            </a:lvl1pPr>
          </a:lstStyle>
          <a:p>
            <a:r>
              <a:rPr lang="es-ES"/>
              <a:t>¡MUCHAS GRACIAS!</a:t>
            </a:r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655154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25128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ángulo 11">
            <a:extLst>
              <a:ext uri="{FF2B5EF4-FFF2-40B4-BE49-F238E27FC236}">
                <a16:creationId xmlns:a16="http://schemas.microsoft.com/office/drawing/2014/main" id="{4110140B-E808-4350-BFFE-1AC7FFA9830F}"/>
              </a:ext>
            </a:extLst>
          </p:cNvPr>
          <p:cNvSpPr/>
          <p:nvPr userDrawn="1"/>
        </p:nvSpPr>
        <p:spPr>
          <a:xfrm rot="5400000">
            <a:off x="5897918" y="563920"/>
            <a:ext cx="396162" cy="1219199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AD4073BA-736C-47BB-9FA8-10BD8FFACDE0}"/>
              </a:ext>
            </a:extLst>
          </p:cNvPr>
          <p:cNvPicPr>
            <a:picLocks noChangeAspect="1"/>
          </p:cNvPicPr>
          <p:nvPr userDrawn="1"/>
        </p:nvPicPr>
        <p:blipFill>
          <a:blip r:embed="rId3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11491" y="6393364"/>
            <a:ext cx="3554064" cy="464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9090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9" r:id="rId2"/>
    <p:sldLayoutId id="2147483671" r:id="rId3"/>
    <p:sldLayoutId id="2147483665" r:id="rId4"/>
    <p:sldLayoutId id="2147483667" r:id="rId5"/>
    <p:sldLayoutId id="2147483668" r:id="rId6"/>
    <p:sldLayoutId id="2147483672" r:id="rId7"/>
    <p:sldLayoutId id="2147483673" r:id="rId8"/>
    <p:sldLayoutId id="2147483674" r:id="rId9"/>
    <p:sldLayoutId id="2147483676" r:id="rId10"/>
    <p:sldLayoutId id="2147483677" r:id="rId11"/>
    <p:sldLayoutId id="2147483675" r:id="rId12"/>
    <p:sldLayoutId id="2147483664" r:id="rId13"/>
    <p:sldLayoutId id="2147483654" r:id="rId14"/>
    <p:sldLayoutId id="2147483678" r:id="rId15"/>
    <p:sldLayoutId id="2147483679" r:id="rId16"/>
    <p:sldLayoutId id="2147483666" r:id="rId17"/>
    <p:sldLayoutId id="2147483680" r:id="rId18"/>
    <p:sldLayoutId id="2147483681" r:id="rId19"/>
    <p:sldLayoutId id="2147483682" r:id="rId20"/>
    <p:sldLayoutId id="2147483683" r:id="rId21"/>
    <p:sldLayoutId id="2147483684" r:id="rId22"/>
    <p:sldLayoutId id="2147483685" r:id="rId23"/>
    <p:sldLayoutId id="2147483686" r:id="rId24"/>
    <p:sldLayoutId id="2147483687" r:id="rId25"/>
    <p:sldLayoutId id="2147483655" r:id="rId26"/>
    <p:sldLayoutId id="2147483657" r:id="rId27"/>
    <p:sldLayoutId id="2147483661" r:id="rId28"/>
    <p:sldLayoutId id="2147483662" r:id="rId29"/>
    <p:sldLayoutId id="2147483688" r:id="rId3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20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EDCC29DC-0563-3845-ABCD-269A694E96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24686" y="4337208"/>
            <a:ext cx="5218273" cy="2158251"/>
          </a:xfrm>
        </p:spPr>
        <p:txBody>
          <a:bodyPr/>
          <a:lstStyle/>
          <a:p>
            <a:r>
              <a:rPr lang="es-CL" sz="1800" dirty="0"/>
              <a:t>Nombre: Felipe Aravena </a:t>
            </a:r>
          </a:p>
          <a:p>
            <a:r>
              <a:rPr lang="es-CL" sz="1800" dirty="0"/>
              <a:t>Docente: Camilo Alejandro Fuentes</a:t>
            </a:r>
          </a:p>
          <a:p>
            <a:endParaRPr lang="es-CL" sz="1800" dirty="0"/>
          </a:p>
          <a:p>
            <a:endParaRPr lang="es-CL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0545FB2B-B0C2-3849-B06E-E34B13CF69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8008" y="3065476"/>
            <a:ext cx="8724951" cy="727047"/>
          </a:xfrm>
        </p:spPr>
        <p:txBody>
          <a:bodyPr/>
          <a:lstStyle/>
          <a:p>
            <a:r>
              <a:rPr lang="es-CL" dirty="0"/>
              <a:t>Presentación U2</a:t>
            </a:r>
            <a:br>
              <a:rPr lang="es-CL" dirty="0"/>
            </a:br>
            <a:r>
              <a:rPr lang="es-CL" sz="1800" dirty="0"/>
              <a:t>Variante 4 – </a:t>
            </a:r>
            <a:r>
              <a:rPr lang="es-CL" sz="1800" dirty="0" err="1"/>
              <a:t>Dataset</a:t>
            </a:r>
            <a:r>
              <a:rPr lang="es-CL" sz="1800" dirty="0"/>
              <a:t> Iris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3198991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23C149-C7ED-C041-BCB7-959BB3DF3B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¿Cómo se diferencian las especies de iris según sus mediciones morfológicas?</a:t>
            </a:r>
            <a:endParaRPr lang="es-CL" dirty="0"/>
          </a:p>
        </p:txBody>
      </p:sp>
      <p:sp>
        <p:nvSpPr>
          <p:cNvPr id="7" name="Marcador de contenido 3">
            <a:extLst>
              <a:ext uri="{FF2B5EF4-FFF2-40B4-BE49-F238E27FC236}">
                <a16:creationId xmlns:a16="http://schemas.microsoft.com/office/drawing/2014/main" id="{E2A0E060-9A66-EA4D-9E98-A692C5442214}"/>
              </a:ext>
            </a:extLst>
          </p:cNvPr>
          <p:cNvSpPr txBox="1">
            <a:spLocks/>
          </p:cNvSpPr>
          <p:nvPr/>
        </p:nvSpPr>
        <p:spPr>
          <a:xfrm>
            <a:off x="830094" y="2100674"/>
            <a:ext cx="8083062" cy="3324004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-342900" algn="l" defTabSz="1371691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FF0000"/>
              </a:buClr>
              <a:buFont typeface="Wingdings" panose="05000000000000000000" pitchFamily="2" charset="2"/>
              <a:buChar char="§"/>
              <a:defRPr lang="es-ES" sz="2200" b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Open Sans Light" panose="020B0306030504020204" pitchFamily="34" charset="0"/>
                <a:cs typeface="Arial" panose="020B0604020202020204" pitchFamily="34" charset="0"/>
              </a:defRPr>
            </a:lvl1pPr>
            <a:lvl2pPr marL="342900" indent="-342900" algn="l" defTabSz="1371691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0000"/>
              </a:buClr>
              <a:buFont typeface="Wingdings" panose="05000000000000000000" pitchFamily="2" charset="2"/>
              <a:buChar char="§"/>
              <a:defRPr lang="es-ES" sz="2200" b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Open Sans Light" panose="020B0306030504020204" pitchFamily="34" charset="0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CL" dirty="0">
                <a:ea typeface="Open Sans Light"/>
                <a:cs typeface="Arial"/>
              </a:rPr>
              <a:t>Especies estudiadas: </a:t>
            </a:r>
          </a:p>
          <a:p>
            <a:r>
              <a:rPr lang="es-CL" dirty="0">
                <a:ea typeface="Open Sans Light"/>
                <a:cs typeface="Arial"/>
              </a:rPr>
              <a:t>Iris-</a:t>
            </a:r>
            <a:r>
              <a:rPr lang="es-CL" dirty="0" err="1">
                <a:ea typeface="Open Sans Light"/>
                <a:cs typeface="Arial"/>
              </a:rPr>
              <a:t>setosa</a:t>
            </a:r>
            <a:endParaRPr lang="es-CL" dirty="0">
              <a:ea typeface="Open Sans Light"/>
              <a:cs typeface="Arial"/>
            </a:endParaRPr>
          </a:p>
          <a:p>
            <a:r>
              <a:rPr lang="es-CL" dirty="0">
                <a:ea typeface="Open Sans Light"/>
                <a:cs typeface="Arial"/>
              </a:rPr>
              <a:t>Iris-</a:t>
            </a:r>
            <a:r>
              <a:rPr lang="es-CL" dirty="0" err="1">
                <a:ea typeface="Open Sans Light"/>
                <a:cs typeface="Arial"/>
              </a:rPr>
              <a:t>versicolor</a:t>
            </a:r>
            <a:endParaRPr lang="es-CL" dirty="0">
              <a:ea typeface="Open Sans Light"/>
              <a:cs typeface="Arial"/>
            </a:endParaRPr>
          </a:p>
          <a:p>
            <a:r>
              <a:rPr lang="es-ES" dirty="0">
                <a:ea typeface="+mn-lt"/>
                <a:cs typeface="+mn-lt"/>
              </a:rPr>
              <a:t>Iris-</a:t>
            </a:r>
            <a:r>
              <a:rPr lang="es-ES" dirty="0" err="1">
                <a:ea typeface="+mn-lt"/>
                <a:cs typeface="+mn-lt"/>
              </a:rPr>
              <a:t>virginica</a:t>
            </a:r>
            <a:endParaRPr lang="es-ES" b="0" dirty="0">
              <a:ea typeface="+mn-lt"/>
              <a:cs typeface="+mn-lt"/>
            </a:endParaRPr>
          </a:p>
          <a:p>
            <a:endParaRPr lang="es-ES" b="0" dirty="0">
              <a:ea typeface="+mn-lt"/>
              <a:cs typeface="+mn-lt"/>
            </a:endParaRPr>
          </a:p>
          <a:p>
            <a:pPr marL="0" indent="0">
              <a:buNone/>
            </a:pPr>
            <a:endParaRPr lang="es-MX" dirty="0">
              <a:ea typeface="Open Sans Light"/>
              <a:cs typeface="Arial"/>
            </a:endParaRPr>
          </a:p>
        </p:txBody>
      </p:sp>
      <p:pic>
        <p:nvPicPr>
          <p:cNvPr id="3" name="Imagen 2" descr="Ejercicio03">
            <a:extLst>
              <a:ext uri="{FF2B5EF4-FFF2-40B4-BE49-F238E27FC236}">
                <a16:creationId xmlns:a16="http://schemas.microsoft.com/office/drawing/2014/main" id="{DAC831CB-BAC2-E4BA-45E2-FD10D30298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3470" y="1962412"/>
            <a:ext cx="8083063" cy="3600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4875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C262BD-F54C-151D-732D-8A6B77716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Carga y exploración</a:t>
            </a:r>
          </a:p>
        </p:txBody>
      </p:sp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21BB0081-1044-3B76-8E1B-6D6263099F1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rcRect b="76152"/>
          <a:stretch>
            <a:fillRect/>
          </a:stretch>
        </p:blipFill>
        <p:spPr>
          <a:xfrm>
            <a:off x="132824" y="1614578"/>
            <a:ext cx="6092878" cy="953524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5D6AE572-9DC5-3F4D-BC60-339ABEA8A4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160" y="2913436"/>
            <a:ext cx="6315278" cy="2514597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618CF9F8-F7DF-1767-F377-00C0BAD20F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5278" y="270856"/>
            <a:ext cx="5742562" cy="5877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43812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C44896-ED78-6945-94C2-B89455C96E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902" y="1609158"/>
            <a:ext cx="2584313" cy="739854"/>
          </a:xfrm>
        </p:spPr>
        <p:txBody>
          <a:bodyPr lIns="91440" tIns="45720" rIns="91440" bIns="45720" anchor="t"/>
          <a:lstStyle/>
          <a:p>
            <a:r>
              <a:rPr lang="es-ES" dirty="0"/>
              <a:t>Detección visual de valores atípicos</a:t>
            </a:r>
            <a:endParaRPr lang="es-CL" dirty="0"/>
          </a:p>
        </p:txBody>
      </p:sp>
      <p:pic>
        <p:nvPicPr>
          <p:cNvPr id="7" name="Marcador de contenido 6">
            <a:extLst>
              <a:ext uri="{FF2B5EF4-FFF2-40B4-BE49-F238E27FC236}">
                <a16:creationId xmlns:a16="http://schemas.microsoft.com/office/drawing/2014/main" id="{D1F97AF2-4C3B-ABD6-E350-A35221ECDEE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4894" y="229698"/>
            <a:ext cx="9112008" cy="6025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92839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897C1F-3499-7B43-A911-26BF9C15F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2797" y="2434773"/>
            <a:ext cx="5084700" cy="1325563"/>
          </a:xfrm>
        </p:spPr>
        <p:txBody>
          <a:bodyPr lIns="91440" tIns="45720" rIns="91440" bIns="45720" anchor="t"/>
          <a:lstStyle/>
          <a:p>
            <a:r>
              <a:rPr lang="es-CL" sz="4000" dirty="0">
                <a:latin typeface="Arial Narrow"/>
              </a:rPr>
              <a:t>Preguntas de Investigación </a:t>
            </a:r>
            <a:endParaRPr lang="es-CL" sz="4000" dirty="0"/>
          </a:p>
        </p:txBody>
      </p:sp>
    </p:spTree>
    <p:extLst>
      <p:ext uri="{BB962C8B-B14F-4D97-AF65-F5344CB8AC3E}">
        <p14:creationId xmlns:p14="http://schemas.microsoft.com/office/powerpoint/2010/main" val="23590152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9BCE84-456B-6546-8387-FED496069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647" y="158142"/>
            <a:ext cx="10270787" cy="725479"/>
          </a:xfrm>
        </p:spPr>
        <p:txBody>
          <a:bodyPr lIns="91440" tIns="45720" rIns="91440" bIns="45720" anchor="t"/>
          <a:lstStyle/>
          <a:p>
            <a:r>
              <a:rPr lang="es-ES" sz="4000" dirty="0"/>
              <a:t>P1 ¿Cuáles son las diferencias en longitud de sépalo entre las tres especies?</a:t>
            </a:r>
            <a:endParaRPr lang="es-CL" sz="4000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FCDFA35-D023-32CF-AA97-2A95CCB73F6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6371"/>
          <a:stretch>
            <a:fillRect/>
          </a:stretch>
        </p:blipFill>
        <p:spPr>
          <a:xfrm>
            <a:off x="5875506" y="1395995"/>
            <a:ext cx="6093141" cy="1076128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1F54CFC9-C440-399C-E2F9-AAD6133DFFC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3931"/>
          <a:stretch>
            <a:fillRect/>
          </a:stretch>
        </p:blipFill>
        <p:spPr>
          <a:xfrm>
            <a:off x="4959889" y="3275782"/>
            <a:ext cx="7232111" cy="2543783"/>
          </a:xfrm>
          <a:prstGeom prst="rect">
            <a:avLst/>
          </a:prstGeom>
        </p:spPr>
      </p:pic>
      <p:sp>
        <p:nvSpPr>
          <p:cNvPr id="14" name="Marcador de contenido 3">
            <a:extLst>
              <a:ext uri="{FF2B5EF4-FFF2-40B4-BE49-F238E27FC236}">
                <a16:creationId xmlns:a16="http://schemas.microsoft.com/office/drawing/2014/main" id="{8D02906B-2113-429D-9588-F3791F9354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72779" y="1585610"/>
            <a:ext cx="4443919" cy="4233955"/>
          </a:xfrm>
        </p:spPr>
        <p:txBody>
          <a:bodyPr lIns="91440" tIns="45720" rIns="91440" bIns="45720" anchor="t"/>
          <a:lstStyle/>
          <a:p>
            <a:endParaRPr lang="es-CL" dirty="0">
              <a:ea typeface="+mn-lt"/>
              <a:cs typeface="+mn-lt"/>
            </a:endParaRPr>
          </a:p>
          <a:p>
            <a:r>
              <a:rPr lang="es-CL" i="1" dirty="0"/>
              <a:t>Iris-</a:t>
            </a:r>
            <a:r>
              <a:rPr lang="es-CL" i="1" dirty="0" err="1"/>
              <a:t>setosa</a:t>
            </a:r>
            <a:r>
              <a:rPr lang="es-CL" dirty="0"/>
              <a:t> presenta la menor longitud de sépalo (promedio 5.0 cm), muy por debajo de </a:t>
            </a:r>
            <a:r>
              <a:rPr lang="es-CL" dirty="0" err="1"/>
              <a:t>versicolor</a:t>
            </a:r>
            <a:r>
              <a:rPr lang="es-CL" dirty="0"/>
              <a:t> (5.9 cm) y </a:t>
            </a:r>
            <a:r>
              <a:rPr lang="es-CL" dirty="0" err="1"/>
              <a:t>virginica</a:t>
            </a:r>
            <a:r>
              <a:rPr lang="es-CL" dirty="0"/>
              <a:t> (6.6 cm).</a:t>
            </a:r>
          </a:p>
          <a:p>
            <a:r>
              <a:rPr lang="es-CL" dirty="0"/>
              <a:t>La diferencia es más clara al comparar promedios y máximos.</a:t>
            </a:r>
          </a:p>
          <a:p>
            <a:r>
              <a:rPr lang="es-CL" dirty="0"/>
              <a:t>Conclusión: </a:t>
            </a:r>
            <a:r>
              <a:rPr lang="es-CL" dirty="0" err="1"/>
              <a:t>setosa</a:t>
            </a:r>
            <a:r>
              <a:rPr lang="es-CL" dirty="0"/>
              <a:t> se distingue claramente por tener los sépalos más cortos.</a:t>
            </a:r>
          </a:p>
        </p:txBody>
      </p:sp>
    </p:spTree>
    <p:extLst>
      <p:ext uri="{BB962C8B-B14F-4D97-AF65-F5344CB8AC3E}">
        <p14:creationId xmlns:p14="http://schemas.microsoft.com/office/powerpoint/2010/main" val="8686688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AE0A96-29ED-9412-E98E-3E4F20C4EF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7147"/>
            <a:ext cx="10515600" cy="739854"/>
          </a:xfrm>
        </p:spPr>
        <p:txBody>
          <a:bodyPr/>
          <a:lstStyle/>
          <a:p>
            <a:r>
              <a:rPr lang="es-ES" sz="4000" dirty="0"/>
              <a:t>P2 ¿Existe una correlación fuerte entre la longitud y el ancho del pétalo?</a:t>
            </a:r>
            <a:endParaRPr lang="es-CL" sz="4000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72BC60A8-8100-536D-6D01-83E159B4F3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1008" y="1459099"/>
            <a:ext cx="5189015" cy="468277"/>
          </a:xfrm>
          <a:prstGeom prst="rect">
            <a:avLst/>
          </a:prstGeom>
        </p:spPr>
      </p:pic>
      <p:pic>
        <p:nvPicPr>
          <p:cNvPr id="13" name="Marcador de contenido 12">
            <a:extLst>
              <a:ext uri="{FF2B5EF4-FFF2-40B4-BE49-F238E27FC236}">
                <a16:creationId xmlns:a16="http://schemas.microsoft.com/office/drawing/2014/main" id="{77FEB3BB-8EF8-F6C5-FD7D-12D98693EAA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7537" y="2082866"/>
            <a:ext cx="6714463" cy="4361728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F3D5106C-9B22-8219-7476-60765E7AD5E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3802" b="85097"/>
          <a:stretch>
            <a:fillRect/>
          </a:stretch>
        </p:blipFill>
        <p:spPr>
          <a:xfrm>
            <a:off x="114529" y="2421616"/>
            <a:ext cx="5420941" cy="1017062"/>
          </a:xfrm>
          <a:prstGeom prst="rect">
            <a:avLst/>
          </a:prstGeom>
        </p:spPr>
      </p:pic>
      <p:sp>
        <p:nvSpPr>
          <p:cNvPr id="21" name="CuadroTexto 20">
            <a:extLst>
              <a:ext uri="{FF2B5EF4-FFF2-40B4-BE49-F238E27FC236}">
                <a16:creationId xmlns:a16="http://schemas.microsoft.com/office/drawing/2014/main" id="{462248DA-2D95-CD98-2AFF-7A84456E0E4A}"/>
              </a:ext>
            </a:extLst>
          </p:cNvPr>
          <p:cNvSpPr txBox="1"/>
          <p:nvPr/>
        </p:nvSpPr>
        <p:spPr>
          <a:xfrm>
            <a:off x="-63304" y="4263730"/>
            <a:ext cx="5776608" cy="2048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1371691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s-CL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 panose="020F0502020204030204"/>
                <a:ea typeface="Open Sans Light" panose="020B0306030504020204" pitchFamily="34" charset="0"/>
                <a:cs typeface="Arial" panose="020B0604020202020204" pitchFamily="34" charset="0"/>
              </a:rPr>
              <a:t>La tendencia ascendente del gráfico confirma que ambas medidas crecen juntas. </a:t>
            </a:r>
          </a:p>
          <a:p>
            <a:pPr marL="342900" marR="0" lvl="0" indent="-342900" algn="l" defTabSz="1371691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s-CL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 panose="020F0502020204030204"/>
                <a:ea typeface="Open Sans Light" panose="020B0306030504020204" pitchFamily="34" charset="0"/>
                <a:cs typeface="Arial" panose="020B0604020202020204" pitchFamily="34" charset="0"/>
              </a:rPr>
              <a:t>Conclusión: a mayor longitud de pétalo, mayor es también su ancho, de forma proporcional.</a:t>
            </a:r>
            <a:br>
              <a:rPr kumimoji="0" lang="es-CL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 panose="020F0502020204030204"/>
                <a:ea typeface="Open Sans Light" panose="020B0306030504020204" pitchFamily="34" charset="0"/>
                <a:cs typeface="Arial" panose="020B0604020202020204" pitchFamily="34" charset="0"/>
              </a:rPr>
            </a:br>
            <a:endParaRPr kumimoji="0" lang="es-CL" sz="2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Calibri" panose="020F0502020204030204"/>
              <a:ea typeface="Open Sans Light" panose="020B0306030504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60603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8B27AE-9A76-F040-B747-CEDF6A7643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651" y="227832"/>
            <a:ext cx="4910847" cy="739854"/>
          </a:xfrm>
        </p:spPr>
        <p:txBody>
          <a:bodyPr lIns="91440" tIns="45720" rIns="91440" bIns="45720" anchor="t"/>
          <a:lstStyle/>
          <a:p>
            <a:r>
              <a:rPr lang="es-CL" sz="3600" dirty="0">
                <a:latin typeface="Arial Narrow"/>
                <a:cs typeface="Arial"/>
              </a:rPr>
              <a:t>P3 </a:t>
            </a:r>
            <a:r>
              <a:rPr lang="es-ES" sz="3600" dirty="0">
                <a:latin typeface="Arial Narrow"/>
                <a:cs typeface="Arial"/>
              </a:rPr>
              <a:t>¿Qué medidas morfológicas son más útiles para diferenciar especies?</a:t>
            </a:r>
            <a:endParaRPr lang="es-CL" sz="3600" dirty="0"/>
          </a:p>
        </p:txBody>
      </p:sp>
      <p:pic>
        <p:nvPicPr>
          <p:cNvPr id="8" name="Marcador de contenido 7">
            <a:extLst>
              <a:ext uri="{FF2B5EF4-FFF2-40B4-BE49-F238E27FC236}">
                <a16:creationId xmlns:a16="http://schemas.microsoft.com/office/drawing/2014/main" id="{31B71BA1-A182-8A66-D980-902DFE03B4D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1392" y="355997"/>
            <a:ext cx="7008207" cy="6274171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EA04F10B-F1BF-1BE4-F3BC-F244A106D824}"/>
              </a:ext>
            </a:extLst>
          </p:cNvPr>
          <p:cNvSpPr txBox="1"/>
          <p:nvPr/>
        </p:nvSpPr>
        <p:spPr>
          <a:xfrm>
            <a:off x="0" y="3047772"/>
            <a:ext cx="5101392" cy="17440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1371691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s-CL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 panose="020F0502020204030204"/>
                <a:ea typeface="Open Sans Light" panose="020B0306030504020204" pitchFamily="34" charset="0"/>
                <a:cs typeface="Arial" panose="020B0604020202020204" pitchFamily="34" charset="0"/>
              </a:rPr>
              <a:t>Los gráficos relacionados a Sépalo se muestran mas mezclados.</a:t>
            </a:r>
          </a:p>
          <a:p>
            <a:pPr marL="342900" marR="0" lvl="0" indent="-342900" algn="l" defTabSz="1371691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s-CL" sz="2200" dirty="0">
                <a:solidFill>
                  <a:prstClr val="black">
                    <a:lumMod val="65000"/>
                    <a:lumOff val="35000"/>
                  </a:prstClr>
                </a:solidFill>
                <a:latin typeface="Calibri" panose="020F0502020204030204"/>
                <a:ea typeface="Open Sans Light" panose="020B0306030504020204" pitchFamily="34" charset="0"/>
                <a:cs typeface="Arial" panose="020B0604020202020204" pitchFamily="34" charset="0"/>
              </a:rPr>
              <a:t>Los gráficos relacionados a Pétalo se muestran mas separados.</a:t>
            </a:r>
            <a:br>
              <a:rPr kumimoji="0" lang="es-CL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 panose="020F0502020204030204"/>
                <a:ea typeface="Open Sans Light" panose="020B0306030504020204" pitchFamily="34" charset="0"/>
                <a:cs typeface="Arial" panose="020B0604020202020204" pitchFamily="34" charset="0"/>
              </a:rPr>
            </a:br>
            <a:endParaRPr kumimoji="0" lang="es-CL" sz="2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Calibri" panose="020F0502020204030204"/>
              <a:ea typeface="Open Sans Light" panose="020B0306030504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94195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832FFC-251E-8C45-550E-0D25322D20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EEF107-E278-ADAA-3B94-E3DA8DDD95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/>
          <a:lstStyle/>
          <a:p>
            <a:r>
              <a:rPr lang="es-CL">
                <a:latin typeface="Arial Narrow"/>
                <a:cs typeface="Arial"/>
              </a:rPr>
              <a:t>Conclusión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9C61350-D0C3-F7F2-C93B-1939A8708F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1719373"/>
            <a:ext cx="11062188" cy="3962179"/>
          </a:xfrm>
        </p:spPr>
        <p:txBody>
          <a:bodyPr lIns="91440" tIns="45720" rIns="91440" bIns="45720" anchor="t"/>
          <a:lstStyle/>
          <a:p>
            <a:endParaRPr lang="es-CL" dirty="0">
              <a:ea typeface="+mn-lt"/>
              <a:cs typeface="+mn-lt"/>
            </a:endParaRPr>
          </a:p>
          <a:p>
            <a:r>
              <a:rPr lang="es-CL" dirty="0"/>
              <a:t>Las tres especies presentan diferencias morfológicas observables.</a:t>
            </a:r>
          </a:p>
          <a:p>
            <a:pPr marL="0" indent="0">
              <a:buNone/>
            </a:pPr>
            <a:endParaRPr lang="es-CL" dirty="0"/>
          </a:p>
          <a:p>
            <a:r>
              <a:rPr lang="es-CL" dirty="0"/>
              <a:t>La fuerte correlación entre largo y ancho del pétalo demuestra que ambas variables crecen de manera conjunta.</a:t>
            </a:r>
          </a:p>
          <a:p>
            <a:r>
              <a:rPr lang="es-CL" dirty="0"/>
              <a:t>Las medidas del pétalo son las más importantes para distinguir entre </a:t>
            </a:r>
            <a:r>
              <a:rPr lang="es-CL" dirty="0" err="1"/>
              <a:t>Setosa</a:t>
            </a:r>
            <a:r>
              <a:rPr lang="es-CL" dirty="0"/>
              <a:t>, </a:t>
            </a:r>
            <a:r>
              <a:rPr lang="es-CL" dirty="0" err="1"/>
              <a:t>Versicolor</a:t>
            </a:r>
            <a:r>
              <a:rPr lang="es-CL" dirty="0"/>
              <a:t> y </a:t>
            </a:r>
            <a:r>
              <a:rPr lang="es-CL" dirty="0" err="1"/>
              <a:t>Virginica</a:t>
            </a:r>
            <a:r>
              <a:rPr lang="es-CL" dirty="0"/>
              <a:t>.</a:t>
            </a:r>
          </a:p>
          <a:p>
            <a:pPr marL="0" indent="0">
              <a:buNone/>
            </a:pPr>
            <a:br>
              <a:rPr lang="es-CL" dirty="0"/>
            </a:b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66604507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6810cab-ef6b-4fce-a3ef-79b61d6091ca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AE414444ED2B6044AADF32B383851ECE" ma:contentTypeVersion="14" ma:contentTypeDescription="Crear nuevo documento." ma:contentTypeScope="" ma:versionID="111c7f690777e55c1e3dcbcc2e4a40e6">
  <xsd:schema xmlns:xsd="http://www.w3.org/2001/XMLSchema" xmlns:xs="http://www.w3.org/2001/XMLSchema" xmlns:p="http://schemas.microsoft.com/office/2006/metadata/properties" xmlns:ns3="b6810cab-ef6b-4fce-a3ef-79b61d6091ca" xmlns:ns4="71f8cd2d-5a81-4392-ba00-5c6c3fe05c99" targetNamespace="http://schemas.microsoft.com/office/2006/metadata/properties" ma:root="true" ma:fieldsID="3ad8fac0d4f93423e8303c428841cb36" ns3:_="" ns4:_="">
    <xsd:import namespace="b6810cab-ef6b-4fce-a3ef-79b61d6091ca"/>
    <xsd:import namespace="71f8cd2d-5a81-4392-ba00-5c6c3fe05c99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LengthInSeconds" minOccurs="0"/>
                <xsd:element ref="ns3:_activity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6810cab-ef6b-4fce-a3ef-79b61d6091c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19" nillable="true" ma:displayName="_activity" ma:hidden="true" ma:internalName="_activity">
      <xsd:simpleType>
        <xsd:restriction base="dms:Note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f8cd2d-5a81-4392-ba00-5c6c3fe05c99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Hash de la sugerencia para compartir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7685737-53C5-4B5F-BC7E-8BD8349F8DCB}">
  <ds:schemaRefs>
    <ds:schemaRef ds:uri="71f8cd2d-5a81-4392-ba00-5c6c3fe05c99"/>
    <ds:schemaRef ds:uri="b6810cab-ef6b-4fce-a3ef-79b61d6091ca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020E25DF-A735-4AC5-BBC3-BB4FA2E0AB3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1108DAA-CDA4-4467-B405-7A0599FBA3CC}">
  <ds:schemaRefs>
    <ds:schemaRef ds:uri="71f8cd2d-5a81-4392-ba00-5c6c3fe05c99"/>
    <ds:schemaRef ds:uri="b6810cab-ef6b-4fce-a3ef-79b61d6091c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4744</TotalTime>
  <Words>237</Words>
  <Application>Microsoft Office PowerPoint</Application>
  <PresentationFormat>Panorámica</PresentationFormat>
  <Paragraphs>29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5" baseType="lpstr">
      <vt:lpstr>Arial</vt:lpstr>
      <vt:lpstr>Arial Narrow</vt:lpstr>
      <vt:lpstr>Calibri</vt:lpstr>
      <vt:lpstr>Open Sans Light</vt:lpstr>
      <vt:lpstr>Wingdings</vt:lpstr>
      <vt:lpstr>Tema de Office</vt:lpstr>
      <vt:lpstr>Presentación U2 Variante 4 – Dataset Iris</vt:lpstr>
      <vt:lpstr>¿Cómo se diferencian las especies de iris según sus mediciones morfológicas?</vt:lpstr>
      <vt:lpstr>Carga y exploración</vt:lpstr>
      <vt:lpstr>Detección visual de valores atípicos</vt:lpstr>
      <vt:lpstr>Preguntas de Investigación </vt:lpstr>
      <vt:lpstr>P1 ¿Cuáles son las diferencias en longitud de sépalo entre las tres especies?</vt:lpstr>
      <vt:lpstr>P2 ¿Existe una correlación fuerte entre la longitud y el ancho del pétalo?</vt:lpstr>
      <vt:lpstr>P3 ¿Qué medidas morfológicas son más útiles para diferenciar especies?</vt:lpstr>
      <vt:lpstr>Conclusión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FÍSICA MECÁNICA</dc:title>
  <dc:creator>Sebastián Alfonso Michea Mora</dc:creator>
  <cp:lastModifiedBy>Felipe Andrés Aravena Riquelme</cp:lastModifiedBy>
  <cp:revision>32</cp:revision>
  <cp:lastPrinted>2020-03-25T01:23:25Z</cp:lastPrinted>
  <dcterms:created xsi:type="dcterms:W3CDTF">2020-03-16T18:03:57Z</dcterms:created>
  <dcterms:modified xsi:type="dcterms:W3CDTF">2026-06-30T16:38:22Z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0x010100AE414444ED2B6044AADF32B383851ECE</vt:lpwstr>
  </property>
</Properties>
</file>